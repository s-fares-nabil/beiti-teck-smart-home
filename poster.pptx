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1387816" cy="30275784"/>
  <p:notesSz cx="30275784" cy="2138781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25880" y="457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457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63240" y="457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920" y="457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00600" y="457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0" y="457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457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457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75320" y="457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457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12680" y="457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81360" y="457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750040" y="457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618720" y="457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487400" y="457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356080" y="457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224760" y="457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093440" y="457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962120" y="457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830800" y="457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699480" y="457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568160" y="457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436840" y="457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1325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25880" y="1325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94560" y="1325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63240" y="1325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31920" y="1325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1325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0" y="1325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37960" y="1325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06640" y="1325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75320" y="1325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44000" y="1325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012680" y="1325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881360" y="1325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750040" y="1325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618720" y="1325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487400" y="1325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356080" y="1325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5224760" y="1325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6093440" y="1325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6962120" y="1325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830800" y="1325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699480" y="1325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568160" y="1325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0436840" y="1325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" y="2194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325880" y="2194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194560" y="2194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063240" y="2194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931920" y="2194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00600" y="2194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669280" y="2194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537960" y="2194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406640" y="2194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275320" y="2194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144000" y="2194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012680" y="2194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881360" y="2194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750040" y="2194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2618720" y="2194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3487400" y="2194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4356080" y="2194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5224760" y="2194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6093440" y="2194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6962120" y="2194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7830800" y="2194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8699480" y="2194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9568160" y="2194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0436840" y="2194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57200" y="3063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325880" y="3063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194560" y="3063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063240" y="3063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931920" y="3063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800600" y="3063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669280" y="3063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537960" y="3063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406640" y="3063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275320" y="3063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144000" y="3063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012680" y="3063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881360" y="3063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750040" y="3063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2618720" y="3063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3487400" y="3063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4356080" y="3063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5224760" y="3063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6093440" y="3063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6962120" y="3063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7830800" y="3063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8699480" y="3063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9568160" y="3063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0436840" y="3063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57200" y="3931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325880" y="3931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194560" y="3931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063240" y="3931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931920" y="3931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800600" y="3931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669280" y="3931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537960" y="3931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406640" y="3931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275320" y="3931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144000" y="3931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012680" y="3931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0881360" y="3931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1750040" y="3931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2618720" y="3931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3487400" y="3931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4356080" y="3931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5224760" y="3931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6093440" y="3931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6962120" y="3931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7830800" y="3931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8699480" y="3931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9568160" y="3931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0436840" y="3931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57200" y="4800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325880" y="4800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2194560" y="4800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3063240" y="4800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3931920" y="4800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800600" y="4800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669280" y="4800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537960" y="4800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406640" y="4800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275320" y="4800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9144000" y="4800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0012680" y="4800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0881360" y="4800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1750040" y="4800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2618720" y="4800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3487400" y="4800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4356080" y="4800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5224760" y="4800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6093440" y="4800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6962120" y="4800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7830800" y="4800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8699480" y="4800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9568160" y="4800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20436840" y="4800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57200" y="5669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325880" y="5669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194560" y="5669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3063240" y="5669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3931920" y="5669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4800600" y="5669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669280" y="5669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537960" y="5669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406640" y="5669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275320" y="5669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9144000" y="5669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0012680" y="5669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0881360" y="5669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1750040" y="5669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2618720" y="5669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3487400" y="5669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4356080" y="5669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5224760" y="5669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6093440" y="5669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6962120" y="5669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7830800" y="5669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8699480" y="5669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9568160" y="5669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20436840" y="5669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457200" y="6537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325880" y="6537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2194560" y="6537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3063240" y="6537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3931920" y="6537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4800600" y="6537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5669280" y="6537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537960" y="6537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7406640" y="6537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275320" y="6537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9144000" y="6537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0012680" y="6537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10881360" y="6537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1750040" y="6537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12618720" y="6537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3487400" y="6537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4356080" y="6537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5224760" y="6537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6093440" y="6537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6962120" y="6537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17830800" y="6537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18699480" y="6537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19568160" y="6537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20436840" y="6537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457200" y="7406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1325880" y="7406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2194560" y="7406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3063240" y="7406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3931920" y="7406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4800600" y="7406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5669280" y="7406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6537960" y="7406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406640" y="7406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275320" y="7406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144000" y="7406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0012680" y="7406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0881360" y="7406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1750040" y="7406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2618720" y="7406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3487400" y="7406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4356080" y="7406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5224760" y="7406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6093440" y="7406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6962120" y="7406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7830800" y="7406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8699480" y="7406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9568160" y="7406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20436840" y="7406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457200" y="82753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325880" y="82753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2194560" y="82753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3063240" y="82753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3931920" y="82753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4800600" y="82753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5669280" y="82753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6537960" y="82753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7406640" y="82753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275320" y="82753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9144000" y="82753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0012680" y="82753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0881360" y="82753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750040" y="82753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2618720" y="82753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3487400" y="82753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4356080" y="82753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5224760" y="82753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6093440" y="82753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6962120" y="82753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7830800" y="82753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8699480" y="82753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19568160" y="82753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20436840" y="82753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457200" y="91440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1325880" y="91440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2194560" y="91440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3063240" y="91440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3931920" y="91440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4800600" y="91440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5669280" y="91440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6537960" y="91440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7406640" y="91440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8275320" y="91440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9144000" y="91440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10012680" y="91440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10881360" y="91440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11750040" y="91440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12618720" y="91440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13487400" y="91440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14356080" y="91440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15224760" y="91440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16093440" y="91440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16962120" y="91440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17830800" y="91440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18699480" y="91440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19568160" y="91440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20436840" y="91440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457200" y="100126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1325880" y="100126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2194560" y="100126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3063240" y="100126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3931920" y="100126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4800600" y="100126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5669280" y="100126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6537960" y="100126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7406640" y="100126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8275320" y="100126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9144000" y="100126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10012680" y="100126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10881360" y="100126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11750040" y="100126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12618720" y="100126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13487400" y="100126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14356080" y="100126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15224760" y="100126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16093440" y="100126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16962120" y="100126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17830800" y="100126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18699480" y="100126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19568160" y="100126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20436840" y="100126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457200" y="108813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1325880" y="108813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2194560" y="108813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3063240" y="108813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3931920" y="108813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4800600" y="108813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5669280" y="108813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6537960" y="108813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7406640" y="108813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8275320" y="108813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9144000" y="108813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10012680" y="108813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10881360" y="108813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11750040" y="108813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12618720" y="108813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13487400" y="108813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14356080" y="108813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15224760" y="108813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16093440" y="108813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16962120" y="108813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17830800" y="108813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18699480" y="108813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19568160" y="108813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20436840" y="108813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457200" y="117500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1325880" y="117500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2194560" y="117500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3063240" y="117500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3931920" y="117500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4800600" y="117500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5669280" y="117500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6537960" y="117500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7406640" y="117500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8275320" y="117500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9144000" y="117500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10012680" y="117500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10881360" y="117500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11750040" y="117500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12618720" y="117500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13487400" y="117500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14356080" y="117500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15224760" y="117500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16093440" y="117500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16962120" y="117500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17830800" y="117500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18699480" y="117500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19568160" y="117500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20436840" y="117500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457200" y="126187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1325880" y="126187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2194560" y="126187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3063240" y="126187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3931920" y="126187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4800600" y="126187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5669280" y="126187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6537960" y="126187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7406640" y="126187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8275320" y="126187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9144000" y="126187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10012680" y="126187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10881360" y="126187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11750040" y="126187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12618720" y="126187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13487400" y="126187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14356080" y="126187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15224760" y="126187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16093440" y="126187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16962120" y="126187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17830800" y="126187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18699480" y="126187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19568160" y="126187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20436840" y="126187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457200" y="134874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1325880" y="134874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2194560" y="134874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3063240" y="134874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3931920" y="134874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4800600" y="134874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5669280" y="134874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6537960" y="134874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7406640" y="134874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8275320" y="134874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9144000" y="134874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10012680" y="134874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10881360" y="134874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11750040" y="134874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12618720" y="134874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13487400" y="134874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14356080" y="134874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15224760" y="134874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16093440" y="134874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16962120" y="134874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17830800" y="134874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18699480" y="134874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19568160" y="134874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20436840" y="134874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457200" y="143560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1325880" y="143560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2194560" y="143560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3063240" y="143560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3931920" y="143560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4800600" y="143560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5669280" y="143560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6537960" y="143560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7406640" y="143560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8275320" y="143560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9144000" y="143560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10012680" y="143560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10881360" y="143560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11750040" y="143560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12618720" y="143560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13487400" y="143560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14356080" y="143560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15224760" y="143560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16093440" y="143560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16962120" y="143560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17830800" y="143560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18699480" y="143560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19568160" y="143560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20436840" y="143560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457200" y="152247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>
            <a:off x="1325880" y="152247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2194560" y="152247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3063240" y="152247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3931920" y="152247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>
            <a:off x="4800600" y="152247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>
            <a:off x="5669280" y="152247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>
            <a:off x="6537960" y="152247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>
            <a:off x="7406640" y="152247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8275320" y="152247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9144000" y="152247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>
            <a:off x="10012680" y="152247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10881360" y="152247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>
            <a:off x="11750040" y="152247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>
            <a:off x="12618720" y="152247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>
            <a:off x="13487400" y="152247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>
            <a:off x="14356080" y="152247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>
            <a:off x="15224760" y="152247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>
            <a:off x="16093440" y="152247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>
            <a:off x="16962120" y="152247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>
            <a:off x="17830800" y="152247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31" name="Shape 429"/>
          <p:cNvSpPr/>
          <p:nvPr/>
        </p:nvSpPr>
        <p:spPr>
          <a:xfrm>
            <a:off x="18699480" y="152247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>
            <a:off x="19568160" y="152247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33" name="Shape 431"/>
          <p:cNvSpPr/>
          <p:nvPr/>
        </p:nvSpPr>
        <p:spPr>
          <a:xfrm>
            <a:off x="20436840" y="152247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>
            <a:off x="457200" y="160934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35" name="Shape 433"/>
          <p:cNvSpPr/>
          <p:nvPr/>
        </p:nvSpPr>
        <p:spPr>
          <a:xfrm>
            <a:off x="1325880" y="160934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36" name="Shape 434"/>
          <p:cNvSpPr/>
          <p:nvPr/>
        </p:nvSpPr>
        <p:spPr>
          <a:xfrm>
            <a:off x="2194560" y="160934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>
            <a:off x="3063240" y="160934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>
            <a:off x="3931920" y="160934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>
            <a:off x="4800600" y="160934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40" name="Shape 438"/>
          <p:cNvSpPr/>
          <p:nvPr/>
        </p:nvSpPr>
        <p:spPr>
          <a:xfrm>
            <a:off x="5669280" y="160934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>
            <a:off x="6537960" y="160934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>
            <a:off x="7406640" y="160934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>
            <a:off x="8275320" y="160934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>
            <a:off x="9144000" y="160934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>
            <a:off x="10012680" y="160934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10881360" y="160934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>
            <a:off x="11750040" y="160934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12618720" y="160934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>
            <a:off x="13487400" y="160934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>
            <a:off x="14356080" y="160934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>
            <a:off x="15224760" y="160934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>
            <a:off x="16093440" y="160934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>
            <a:off x="16962120" y="160934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>
            <a:off x="17830800" y="160934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>
            <a:off x="18699480" y="160934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19568160" y="160934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>
            <a:off x="20436840" y="160934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>
            <a:off x="457200" y="169621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59" name="Shape 457"/>
          <p:cNvSpPr/>
          <p:nvPr/>
        </p:nvSpPr>
        <p:spPr>
          <a:xfrm>
            <a:off x="1325880" y="169621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>
            <a:off x="2194560" y="169621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>
            <a:off x="3063240" y="169621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>
            <a:off x="3931920" y="169621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63" name="Shape 461"/>
          <p:cNvSpPr/>
          <p:nvPr/>
        </p:nvSpPr>
        <p:spPr>
          <a:xfrm>
            <a:off x="4800600" y="169621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64" name="Shape 462"/>
          <p:cNvSpPr/>
          <p:nvPr/>
        </p:nvSpPr>
        <p:spPr>
          <a:xfrm>
            <a:off x="5669280" y="169621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65" name="Shape 463"/>
          <p:cNvSpPr/>
          <p:nvPr/>
        </p:nvSpPr>
        <p:spPr>
          <a:xfrm>
            <a:off x="6537960" y="169621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>
            <a:off x="7406640" y="169621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>
            <a:off x="8275320" y="169621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>
            <a:off x="9144000" y="169621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69" name="Shape 467"/>
          <p:cNvSpPr/>
          <p:nvPr/>
        </p:nvSpPr>
        <p:spPr>
          <a:xfrm>
            <a:off x="10012680" y="169621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70" name="Shape 468"/>
          <p:cNvSpPr/>
          <p:nvPr/>
        </p:nvSpPr>
        <p:spPr>
          <a:xfrm>
            <a:off x="10881360" y="169621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>
            <a:off x="11750040" y="169621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>
            <a:off x="12618720" y="169621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>
            <a:off x="13487400" y="169621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>
            <a:off x="14356080" y="169621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75" name="Shape 473"/>
          <p:cNvSpPr/>
          <p:nvPr/>
        </p:nvSpPr>
        <p:spPr>
          <a:xfrm>
            <a:off x="15224760" y="169621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>
            <a:off x="16093440" y="169621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77" name="Shape 475"/>
          <p:cNvSpPr/>
          <p:nvPr/>
        </p:nvSpPr>
        <p:spPr>
          <a:xfrm>
            <a:off x="16962120" y="169621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>
            <a:off x="17830800" y="169621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79" name="Shape 477"/>
          <p:cNvSpPr/>
          <p:nvPr/>
        </p:nvSpPr>
        <p:spPr>
          <a:xfrm>
            <a:off x="18699480" y="169621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>
            <a:off x="19568160" y="169621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>
            <a:off x="20436840" y="169621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>
            <a:off x="457200" y="178308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83" name="Shape 481"/>
          <p:cNvSpPr/>
          <p:nvPr/>
        </p:nvSpPr>
        <p:spPr>
          <a:xfrm>
            <a:off x="1325880" y="178308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>
            <a:off x="2194560" y="178308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>
            <a:off x="3063240" y="178308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>
            <a:off x="3931920" y="178308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87" name="Shape 485"/>
          <p:cNvSpPr/>
          <p:nvPr/>
        </p:nvSpPr>
        <p:spPr>
          <a:xfrm>
            <a:off x="4800600" y="178308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88" name="Shape 486"/>
          <p:cNvSpPr/>
          <p:nvPr/>
        </p:nvSpPr>
        <p:spPr>
          <a:xfrm>
            <a:off x="5669280" y="178308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89" name="Shape 487"/>
          <p:cNvSpPr/>
          <p:nvPr/>
        </p:nvSpPr>
        <p:spPr>
          <a:xfrm>
            <a:off x="6537960" y="178308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>
            <a:off x="7406640" y="178308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>
            <a:off x="8275320" y="178308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92" name="Shape 490"/>
          <p:cNvSpPr/>
          <p:nvPr/>
        </p:nvSpPr>
        <p:spPr>
          <a:xfrm>
            <a:off x="9144000" y="178308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93" name="Shape 491"/>
          <p:cNvSpPr/>
          <p:nvPr/>
        </p:nvSpPr>
        <p:spPr>
          <a:xfrm>
            <a:off x="10012680" y="178308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94" name="Shape 492"/>
          <p:cNvSpPr/>
          <p:nvPr/>
        </p:nvSpPr>
        <p:spPr>
          <a:xfrm>
            <a:off x="10881360" y="178308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95" name="Shape 493"/>
          <p:cNvSpPr/>
          <p:nvPr/>
        </p:nvSpPr>
        <p:spPr>
          <a:xfrm>
            <a:off x="11750040" y="178308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>
            <a:off x="12618720" y="178308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>
            <a:off x="13487400" y="178308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>
            <a:off x="14356080" y="178308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499" name="Shape 497"/>
          <p:cNvSpPr/>
          <p:nvPr/>
        </p:nvSpPr>
        <p:spPr>
          <a:xfrm>
            <a:off x="15224760" y="178308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00" name="Shape 498"/>
          <p:cNvSpPr/>
          <p:nvPr/>
        </p:nvSpPr>
        <p:spPr>
          <a:xfrm>
            <a:off x="16093440" y="178308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>
            <a:off x="16962120" y="178308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02" name="Shape 500"/>
          <p:cNvSpPr/>
          <p:nvPr/>
        </p:nvSpPr>
        <p:spPr>
          <a:xfrm>
            <a:off x="17830800" y="178308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03" name="Shape 501"/>
          <p:cNvSpPr/>
          <p:nvPr/>
        </p:nvSpPr>
        <p:spPr>
          <a:xfrm>
            <a:off x="18699480" y="178308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04" name="Shape 502"/>
          <p:cNvSpPr/>
          <p:nvPr/>
        </p:nvSpPr>
        <p:spPr>
          <a:xfrm>
            <a:off x="19568160" y="178308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05" name="Shape 503"/>
          <p:cNvSpPr/>
          <p:nvPr/>
        </p:nvSpPr>
        <p:spPr>
          <a:xfrm>
            <a:off x="20436840" y="178308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06" name="Shape 504"/>
          <p:cNvSpPr/>
          <p:nvPr/>
        </p:nvSpPr>
        <p:spPr>
          <a:xfrm>
            <a:off x="457200" y="186994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07" name="Shape 505"/>
          <p:cNvSpPr/>
          <p:nvPr/>
        </p:nvSpPr>
        <p:spPr>
          <a:xfrm>
            <a:off x="1325880" y="186994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08" name="Shape 506"/>
          <p:cNvSpPr/>
          <p:nvPr/>
        </p:nvSpPr>
        <p:spPr>
          <a:xfrm>
            <a:off x="2194560" y="186994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09" name="Shape 507"/>
          <p:cNvSpPr/>
          <p:nvPr/>
        </p:nvSpPr>
        <p:spPr>
          <a:xfrm>
            <a:off x="3063240" y="186994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10" name="Shape 508"/>
          <p:cNvSpPr/>
          <p:nvPr/>
        </p:nvSpPr>
        <p:spPr>
          <a:xfrm>
            <a:off x="3931920" y="186994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11" name="Shape 509"/>
          <p:cNvSpPr/>
          <p:nvPr/>
        </p:nvSpPr>
        <p:spPr>
          <a:xfrm>
            <a:off x="4800600" y="186994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12" name="Shape 510"/>
          <p:cNvSpPr/>
          <p:nvPr/>
        </p:nvSpPr>
        <p:spPr>
          <a:xfrm>
            <a:off x="5669280" y="186994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13" name="Shape 511"/>
          <p:cNvSpPr/>
          <p:nvPr/>
        </p:nvSpPr>
        <p:spPr>
          <a:xfrm>
            <a:off x="6537960" y="186994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14" name="Shape 512"/>
          <p:cNvSpPr/>
          <p:nvPr/>
        </p:nvSpPr>
        <p:spPr>
          <a:xfrm>
            <a:off x="7406640" y="186994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15" name="Shape 513"/>
          <p:cNvSpPr/>
          <p:nvPr/>
        </p:nvSpPr>
        <p:spPr>
          <a:xfrm>
            <a:off x="8275320" y="186994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16" name="Shape 514"/>
          <p:cNvSpPr/>
          <p:nvPr/>
        </p:nvSpPr>
        <p:spPr>
          <a:xfrm>
            <a:off x="9144000" y="186994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17" name="Shape 515"/>
          <p:cNvSpPr/>
          <p:nvPr/>
        </p:nvSpPr>
        <p:spPr>
          <a:xfrm>
            <a:off x="10012680" y="186994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18" name="Shape 516"/>
          <p:cNvSpPr/>
          <p:nvPr/>
        </p:nvSpPr>
        <p:spPr>
          <a:xfrm>
            <a:off x="10881360" y="186994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19" name="Shape 517"/>
          <p:cNvSpPr/>
          <p:nvPr/>
        </p:nvSpPr>
        <p:spPr>
          <a:xfrm>
            <a:off x="11750040" y="186994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20" name="Shape 518"/>
          <p:cNvSpPr/>
          <p:nvPr/>
        </p:nvSpPr>
        <p:spPr>
          <a:xfrm>
            <a:off x="12618720" y="186994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21" name="Shape 519"/>
          <p:cNvSpPr/>
          <p:nvPr/>
        </p:nvSpPr>
        <p:spPr>
          <a:xfrm>
            <a:off x="13487400" y="186994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22" name="Shape 520"/>
          <p:cNvSpPr/>
          <p:nvPr/>
        </p:nvSpPr>
        <p:spPr>
          <a:xfrm>
            <a:off x="14356080" y="186994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23" name="Shape 521"/>
          <p:cNvSpPr/>
          <p:nvPr/>
        </p:nvSpPr>
        <p:spPr>
          <a:xfrm>
            <a:off x="15224760" y="186994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24" name="Shape 522"/>
          <p:cNvSpPr/>
          <p:nvPr/>
        </p:nvSpPr>
        <p:spPr>
          <a:xfrm>
            <a:off x="16093440" y="186994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25" name="Shape 523"/>
          <p:cNvSpPr/>
          <p:nvPr/>
        </p:nvSpPr>
        <p:spPr>
          <a:xfrm>
            <a:off x="16962120" y="186994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26" name="Shape 524"/>
          <p:cNvSpPr/>
          <p:nvPr/>
        </p:nvSpPr>
        <p:spPr>
          <a:xfrm>
            <a:off x="17830800" y="186994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27" name="Shape 525"/>
          <p:cNvSpPr/>
          <p:nvPr/>
        </p:nvSpPr>
        <p:spPr>
          <a:xfrm>
            <a:off x="18699480" y="186994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28" name="Shape 526"/>
          <p:cNvSpPr/>
          <p:nvPr/>
        </p:nvSpPr>
        <p:spPr>
          <a:xfrm>
            <a:off x="19568160" y="186994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29" name="Shape 527"/>
          <p:cNvSpPr/>
          <p:nvPr/>
        </p:nvSpPr>
        <p:spPr>
          <a:xfrm>
            <a:off x="20436840" y="186994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30" name="Shape 528"/>
          <p:cNvSpPr/>
          <p:nvPr/>
        </p:nvSpPr>
        <p:spPr>
          <a:xfrm>
            <a:off x="457200" y="195681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31" name="Shape 529"/>
          <p:cNvSpPr/>
          <p:nvPr/>
        </p:nvSpPr>
        <p:spPr>
          <a:xfrm>
            <a:off x="1325880" y="195681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32" name="Shape 530"/>
          <p:cNvSpPr/>
          <p:nvPr/>
        </p:nvSpPr>
        <p:spPr>
          <a:xfrm>
            <a:off x="2194560" y="195681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33" name="Shape 531"/>
          <p:cNvSpPr/>
          <p:nvPr/>
        </p:nvSpPr>
        <p:spPr>
          <a:xfrm>
            <a:off x="3063240" y="195681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34" name="Shape 532"/>
          <p:cNvSpPr/>
          <p:nvPr/>
        </p:nvSpPr>
        <p:spPr>
          <a:xfrm>
            <a:off x="3931920" y="195681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35" name="Shape 533"/>
          <p:cNvSpPr/>
          <p:nvPr/>
        </p:nvSpPr>
        <p:spPr>
          <a:xfrm>
            <a:off x="4800600" y="195681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36" name="Shape 534"/>
          <p:cNvSpPr/>
          <p:nvPr/>
        </p:nvSpPr>
        <p:spPr>
          <a:xfrm>
            <a:off x="5669280" y="195681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37" name="Shape 535"/>
          <p:cNvSpPr/>
          <p:nvPr/>
        </p:nvSpPr>
        <p:spPr>
          <a:xfrm>
            <a:off x="6537960" y="195681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38" name="Shape 536"/>
          <p:cNvSpPr/>
          <p:nvPr/>
        </p:nvSpPr>
        <p:spPr>
          <a:xfrm>
            <a:off x="7406640" y="195681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39" name="Shape 537"/>
          <p:cNvSpPr/>
          <p:nvPr/>
        </p:nvSpPr>
        <p:spPr>
          <a:xfrm>
            <a:off x="8275320" y="195681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40" name="Shape 538"/>
          <p:cNvSpPr/>
          <p:nvPr/>
        </p:nvSpPr>
        <p:spPr>
          <a:xfrm>
            <a:off x="9144000" y="195681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41" name="Shape 539"/>
          <p:cNvSpPr/>
          <p:nvPr/>
        </p:nvSpPr>
        <p:spPr>
          <a:xfrm>
            <a:off x="10012680" y="195681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42" name="Shape 540"/>
          <p:cNvSpPr/>
          <p:nvPr/>
        </p:nvSpPr>
        <p:spPr>
          <a:xfrm>
            <a:off x="10881360" y="195681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43" name="Shape 541"/>
          <p:cNvSpPr/>
          <p:nvPr/>
        </p:nvSpPr>
        <p:spPr>
          <a:xfrm>
            <a:off x="11750040" y="195681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44" name="Shape 542"/>
          <p:cNvSpPr/>
          <p:nvPr/>
        </p:nvSpPr>
        <p:spPr>
          <a:xfrm>
            <a:off x="12618720" y="195681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45" name="Shape 543"/>
          <p:cNvSpPr/>
          <p:nvPr/>
        </p:nvSpPr>
        <p:spPr>
          <a:xfrm>
            <a:off x="13487400" y="195681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46" name="Shape 544"/>
          <p:cNvSpPr/>
          <p:nvPr/>
        </p:nvSpPr>
        <p:spPr>
          <a:xfrm>
            <a:off x="14356080" y="195681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47" name="Shape 545"/>
          <p:cNvSpPr/>
          <p:nvPr/>
        </p:nvSpPr>
        <p:spPr>
          <a:xfrm>
            <a:off x="15224760" y="195681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48" name="Shape 546"/>
          <p:cNvSpPr/>
          <p:nvPr/>
        </p:nvSpPr>
        <p:spPr>
          <a:xfrm>
            <a:off x="16093440" y="195681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49" name="Shape 547"/>
          <p:cNvSpPr/>
          <p:nvPr/>
        </p:nvSpPr>
        <p:spPr>
          <a:xfrm>
            <a:off x="16962120" y="195681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50" name="Shape 548"/>
          <p:cNvSpPr/>
          <p:nvPr/>
        </p:nvSpPr>
        <p:spPr>
          <a:xfrm>
            <a:off x="17830800" y="195681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51" name="Shape 549"/>
          <p:cNvSpPr/>
          <p:nvPr/>
        </p:nvSpPr>
        <p:spPr>
          <a:xfrm>
            <a:off x="18699480" y="195681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52" name="Shape 550"/>
          <p:cNvSpPr/>
          <p:nvPr/>
        </p:nvSpPr>
        <p:spPr>
          <a:xfrm>
            <a:off x="19568160" y="195681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53" name="Shape 551"/>
          <p:cNvSpPr/>
          <p:nvPr/>
        </p:nvSpPr>
        <p:spPr>
          <a:xfrm>
            <a:off x="20436840" y="195681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54" name="Shape 552"/>
          <p:cNvSpPr/>
          <p:nvPr/>
        </p:nvSpPr>
        <p:spPr>
          <a:xfrm>
            <a:off x="457200" y="204368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55" name="Shape 553"/>
          <p:cNvSpPr/>
          <p:nvPr/>
        </p:nvSpPr>
        <p:spPr>
          <a:xfrm>
            <a:off x="1325880" y="204368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56" name="Shape 554"/>
          <p:cNvSpPr/>
          <p:nvPr/>
        </p:nvSpPr>
        <p:spPr>
          <a:xfrm>
            <a:off x="2194560" y="204368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57" name="Shape 555"/>
          <p:cNvSpPr/>
          <p:nvPr/>
        </p:nvSpPr>
        <p:spPr>
          <a:xfrm>
            <a:off x="3063240" y="204368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58" name="Shape 556"/>
          <p:cNvSpPr/>
          <p:nvPr/>
        </p:nvSpPr>
        <p:spPr>
          <a:xfrm>
            <a:off x="3931920" y="204368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59" name="Shape 557"/>
          <p:cNvSpPr/>
          <p:nvPr/>
        </p:nvSpPr>
        <p:spPr>
          <a:xfrm>
            <a:off x="4800600" y="204368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60" name="Shape 558"/>
          <p:cNvSpPr/>
          <p:nvPr/>
        </p:nvSpPr>
        <p:spPr>
          <a:xfrm>
            <a:off x="5669280" y="204368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61" name="Shape 559"/>
          <p:cNvSpPr/>
          <p:nvPr/>
        </p:nvSpPr>
        <p:spPr>
          <a:xfrm>
            <a:off x="6537960" y="204368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62" name="Shape 560"/>
          <p:cNvSpPr/>
          <p:nvPr/>
        </p:nvSpPr>
        <p:spPr>
          <a:xfrm>
            <a:off x="7406640" y="204368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63" name="Shape 561"/>
          <p:cNvSpPr/>
          <p:nvPr/>
        </p:nvSpPr>
        <p:spPr>
          <a:xfrm>
            <a:off x="8275320" y="204368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64" name="Shape 562"/>
          <p:cNvSpPr/>
          <p:nvPr/>
        </p:nvSpPr>
        <p:spPr>
          <a:xfrm>
            <a:off x="9144000" y="204368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65" name="Shape 563"/>
          <p:cNvSpPr/>
          <p:nvPr/>
        </p:nvSpPr>
        <p:spPr>
          <a:xfrm>
            <a:off x="10012680" y="204368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66" name="Shape 564"/>
          <p:cNvSpPr/>
          <p:nvPr/>
        </p:nvSpPr>
        <p:spPr>
          <a:xfrm>
            <a:off x="10881360" y="204368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67" name="Shape 565"/>
          <p:cNvSpPr/>
          <p:nvPr/>
        </p:nvSpPr>
        <p:spPr>
          <a:xfrm>
            <a:off x="11750040" y="204368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68" name="Shape 566"/>
          <p:cNvSpPr/>
          <p:nvPr/>
        </p:nvSpPr>
        <p:spPr>
          <a:xfrm>
            <a:off x="12618720" y="204368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69" name="Shape 567"/>
          <p:cNvSpPr/>
          <p:nvPr/>
        </p:nvSpPr>
        <p:spPr>
          <a:xfrm>
            <a:off x="13487400" y="204368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70" name="Shape 568"/>
          <p:cNvSpPr/>
          <p:nvPr/>
        </p:nvSpPr>
        <p:spPr>
          <a:xfrm>
            <a:off x="14356080" y="204368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71" name="Shape 569"/>
          <p:cNvSpPr/>
          <p:nvPr/>
        </p:nvSpPr>
        <p:spPr>
          <a:xfrm>
            <a:off x="15224760" y="204368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72" name="Shape 570"/>
          <p:cNvSpPr/>
          <p:nvPr/>
        </p:nvSpPr>
        <p:spPr>
          <a:xfrm>
            <a:off x="16093440" y="204368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73" name="Shape 571"/>
          <p:cNvSpPr/>
          <p:nvPr/>
        </p:nvSpPr>
        <p:spPr>
          <a:xfrm>
            <a:off x="16962120" y="204368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74" name="Shape 572"/>
          <p:cNvSpPr/>
          <p:nvPr/>
        </p:nvSpPr>
        <p:spPr>
          <a:xfrm>
            <a:off x="17830800" y="204368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75" name="Shape 573"/>
          <p:cNvSpPr/>
          <p:nvPr/>
        </p:nvSpPr>
        <p:spPr>
          <a:xfrm>
            <a:off x="18699480" y="204368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76" name="Shape 574"/>
          <p:cNvSpPr/>
          <p:nvPr/>
        </p:nvSpPr>
        <p:spPr>
          <a:xfrm>
            <a:off x="19568160" y="204368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77" name="Shape 575"/>
          <p:cNvSpPr/>
          <p:nvPr/>
        </p:nvSpPr>
        <p:spPr>
          <a:xfrm>
            <a:off x="20436840" y="204368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78" name="Shape 576"/>
          <p:cNvSpPr/>
          <p:nvPr/>
        </p:nvSpPr>
        <p:spPr>
          <a:xfrm>
            <a:off x="457200" y="213055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79" name="Shape 577"/>
          <p:cNvSpPr/>
          <p:nvPr/>
        </p:nvSpPr>
        <p:spPr>
          <a:xfrm>
            <a:off x="1325880" y="213055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80" name="Shape 578"/>
          <p:cNvSpPr/>
          <p:nvPr/>
        </p:nvSpPr>
        <p:spPr>
          <a:xfrm>
            <a:off x="2194560" y="213055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81" name="Shape 579"/>
          <p:cNvSpPr/>
          <p:nvPr/>
        </p:nvSpPr>
        <p:spPr>
          <a:xfrm>
            <a:off x="3063240" y="213055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82" name="Shape 580"/>
          <p:cNvSpPr/>
          <p:nvPr/>
        </p:nvSpPr>
        <p:spPr>
          <a:xfrm>
            <a:off x="3931920" y="213055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83" name="Shape 581"/>
          <p:cNvSpPr/>
          <p:nvPr/>
        </p:nvSpPr>
        <p:spPr>
          <a:xfrm>
            <a:off x="4800600" y="213055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84" name="Shape 582"/>
          <p:cNvSpPr/>
          <p:nvPr/>
        </p:nvSpPr>
        <p:spPr>
          <a:xfrm>
            <a:off x="5669280" y="213055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85" name="Shape 583"/>
          <p:cNvSpPr/>
          <p:nvPr/>
        </p:nvSpPr>
        <p:spPr>
          <a:xfrm>
            <a:off x="6537960" y="213055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86" name="Shape 584"/>
          <p:cNvSpPr/>
          <p:nvPr/>
        </p:nvSpPr>
        <p:spPr>
          <a:xfrm>
            <a:off x="7406640" y="213055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87" name="Shape 585"/>
          <p:cNvSpPr/>
          <p:nvPr/>
        </p:nvSpPr>
        <p:spPr>
          <a:xfrm>
            <a:off x="8275320" y="213055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88" name="Shape 586"/>
          <p:cNvSpPr/>
          <p:nvPr/>
        </p:nvSpPr>
        <p:spPr>
          <a:xfrm>
            <a:off x="9144000" y="213055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89" name="Shape 587"/>
          <p:cNvSpPr/>
          <p:nvPr/>
        </p:nvSpPr>
        <p:spPr>
          <a:xfrm>
            <a:off x="10012680" y="213055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90" name="Shape 588"/>
          <p:cNvSpPr/>
          <p:nvPr/>
        </p:nvSpPr>
        <p:spPr>
          <a:xfrm>
            <a:off x="10881360" y="213055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91" name="Shape 589"/>
          <p:cNvSpPr/>
          <p:nvPr/>
        </p:nvSpPr>
        <p:spPr>
          <a:xfrm>
            <a:off x="11750040" y="213055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92" name="Shape 590"/>
          <p:cNvSpPr/>
          <p:nvPr/>
        </p:nvSpPr>
        <p:spPr>
          <a:xfrm>
            <a:off x="12618720" y="213055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93" name="Shape 591"/>
          <p:cNvSpPr/>
          <p:nvPr/>
        </p:nvSpPr>
        <p:spPr>
          <a:xfrm>
            <a:off x="13487400" y="213055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94" name="Shape 592"/>
          <p:cNvSpPr/>
          <p:nvPr/>
        </p:nvSpPr>
        <p:spPr>
          <a:xfrm>
            <a:off x="14356080" y="213055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95" name="Shape 593"/>
          <p:cNvSpPr/>
          <p:nvPr/>
        </p:nvSpPr>
        <p:spPr>
          <a:xfrm>
            <a:off x="15224760" y="213055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96" name="Shape 594"/>
          <p:cNvSpPr/>
          <p:nvPr/>
        </p:nvSpPr>
        <p:spPr>
          <a:xfrm>
            <a:off x="16093440" y="213055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97" name="Shape 595"/>
          <p:cNvSpPr/>
          <p:nvPr/>
        </p:nvSpPr>
        <p:spPr>
          <a:xfrm>
            <a:off x="16962120" y="213055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98" name="Shape 596"/>
          <p:cNvSpPr/>
          <p:nvPr/>
        </p:nvSpPr>
        <p:spPr>
          <a:xfrm>
            <a:off x="17830800" y="213055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599" name="Shape 597"/>
          <p:cNvSpPr/>
          <p:nvPr/>
        </p:nvSpPr>
        <p:spPr>
          <a:xfrm>
            <a:off x="18699480" y="213055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00" name="Shape 598"/>
          <p:cNvSpPr/>
          <p:nvPr/>
        </p:nvSpPr>
        <p:spPr>
          <a:xfrm>
            <a:off x="19568160" y="213055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01" name="Shape 599"/>
          <p:cNvSpPr/>
          <p:nvPr/>
        </p:nvSpPr>
        <p:spPr>
          <a:xfrm>
            <a:off x="20436840" y="213055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02" name="Shape 600"/>
          <p:cNvSpPr/>
          <p:nvPr/>
        </p:nvSpPr>
        <p:spPr>
          <a:xfrm>
            <a:off x="457200" y="22174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03" name="Shape 601"/>
          <p:cNvSpPr/>
          <p:nvPr/>
        </p:nvSpPr>
        <p:spPr>
          <a:xfrm>
            <a:off x="1325880" y="22174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04" name="Shape 602"/>
          <p:cNvSpPr/>
          <p:nvPr/>
        </p:nvSpPr>
        <p:spPr>
          <a:xfrm>
            <a:off x="2194560" y="22174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05" name="Shape 603"/>
          <p:cNvSpPr/>
          <p:nvPr/>
        </p:nvSpPr>
        <p:spPr>
          <a:xfrm>
            <a:off x="3063240" y="22174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06" name="Shape 604"/>
          <p:cNvSpPr/>
          <p:nvPr/>
        </p:nvSpPr>
        <p:spPr>
          <a:xfrm>
            <a:off x="3931920" y="22174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07" name="Shape 605"/>
          <p:cNvSpPr/>
          <p:nvPr/>
        </p:nvSpPr>
        <p:spPr>
          <a:xfrm>
            <a:off x="4800600" y="22174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08" name="Shape 606"/>
          <p:cNvSpPr/>
          <p:nvPr/>
        </p:nvSpPr>
        <p:spPr>
          <a:xfrm>
            <a:off x="5669280" y="22174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09" name="Shape 607"/>
          <p:cNvSpPr/>
          <p:nvPr/>
        </p:nvSpPr>
        <p:spPr>
          <a:xfrm>
            <a:off x="6537960" y="22174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10" name="Shape 608"/>
          <p:cNvSpPr/>
          <p:nvPr/>
        </p:nvSpPr>
        <p:spPr>
          <a:xfrm>
            <a:off x="7406640" y="22174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11" name="Shape 609"/>
          <p:cNvSpPr/>
          <p:nvPr/>
        </p:nvSpPr>
        <p:spPr>
          <a:xfrm>
            <a:off x="8275320" y="22174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12" name="Shape 610"/>
          <p:cNvSpPr/>
          <p:nvPr/>
        </p:nvSpPr>
        <p:spPr>
          <a:xfrm>
            <a:off x="9144000" y="22174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13" name="Shape 611"/>
          <p:cNvSpPr/>
          <p:nvPr/>
        </p:nvSpPr>
        <p:spPr>
          <a:xfrm>
            <a:off x="10012680" y="22174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14" name="Shape 612"/>
          <p:cNvSpPr/>
          <p:nvPr/>
        </p:nvSpPr>
        <p:spPr>
          <a:xfrm>
            <a:off x="10881360" y="22174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15" name="Shape 613"/>
          <p:cNvSpPr/>
          <p:nvPr/>
        </p:nvSpPr>
        <p:spPr>
          <a:xfrm>
            <a:off x="11750040" y="22174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16" name="Shape 614"/>
          <p:cNvSpPr/>
          <p:nvPr/>
        </p:nvSpPr>
        <p:spPr>
          <a:xfrm>
            <a:off x="12618720" y="22174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17" name="Shape 615"/>
          <p:cNvSpPr/>
          <p:nvPr/>
        </p:nvSpPr>
        <p:spPr>
          <a:xfrm>
            <a:off x="13487400" y="22174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18" name="Shape 616"/>
          <p:cNvSpPr/>
          <p:nvPr/>
        </p:nvSpPr>
        <p:spPr>
          <a:xfrm>
            <a:off x="14356080" y="22174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19" name="Shape 617"/>
          <p:cNvSpPr/>
          <p:nvPr/>
        </p:nvSpPr>
        <p:spPr>
          <a:xfrm>
            <a:off x="15224760" y="22174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20" name="Shape 618"/>
          <p:cNvSpPr/>
          <p:nvPr/>
        </p:nvSpPr>
        <p:spPr>
          <a:xfrm>
            <a:off x="16093440" y="22174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21" name="Shape 619"/>
          <p:cNvSpPr/>
          <p:nvPr/>
        </p:nvSpPr>
        <p:spPr>
          <a:xfrm>
            <a:off x="16962120" y="22174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22" name="Shape 620"/>
          <p:cNvSpPr/>
          <p:nvPr/>
        </p:nvSpPr>
        <p:spPr>
          <a:xfrm>
            <a:off x="17830800" y="22174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23" name="Shape 621"/>
          <p:cNvSpPr/>
          <p:nvPr/>
        </p:nvSpPr>
        <p:spPr>
          <a:xfrm>
            <a:off x="18699480" y="22174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24" name="Shape 622"/>
          <p:cNvSpPr/>
          <p:nvPr/>
        </p:nvSpPr>
        <p:spPr>
          <a:xfrm>
            <a:off x="19568160" y="22174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25" name="Shape 623"/>
          <p:cNvSpPr/>
          <p:nvPr/>
        </p:nvSpPr>
        <p:spPr>
          <a:xfrm>
            <a:off x="20436840" y="221742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26" name="Shape 624"/>
          <p:cNvSpPr/>
          <p:nvPr/>
        </p:nvSpPr>
        <p:spPr>
          <a:xfrm>
            <a:off x="457200" y="23042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27" name="Shape 625"/>
          <p:cNvSpPr/>
          <p:nvPr/>
        </p:nvSpPr>
        <p:spPr>
          <a:xfrm>
            <a:off x="1325880" y="23042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28" name="Shape 626"/>
          <p:cNvSpPr/>
          <p:nvPr/>
        </p:nvSpPr>
        <p:spPr>
          <a:xfrm>
            <a:off x="2194560" y="23042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29" name="Shape 627"/>
          <p:cNvSpPr/>
          <p:nvPr/>
        </p:nvSpPr>
        <p:spPr>
          <a:xfrm>
            <a:off x="3063240" y="23042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30" name="Shape 628"/>
          <p:cNvSpPr/>
          <p:nvPr/>
        </p:nvSpPr>
        <p:spPr>
          <a:xfrm>
            <a:off x="3931920" y="23042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31" name="Shape 629"/>
          <p:cNvSpPr/>
          <p:nvPr/>
        </p:nvSpPr>
        <p:spPr>
          <a:xfrm>
            <a:off x="4800600" y="23042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32" name="Shape 630"/>
          <p:cNvSpPr/>
          <p:nvPr/>
        </p:nvSpPr>
        <p:spPr>
          <a:xfrm>
            <a:off x="5669280" y="23042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33" name="Shape 631"/>
          <p:cNvSpPr/>
          <p:nvPr/>
        </p:nvSpPr>
        <p:spPr>
          <a:xfrm>
            <a:off x="6537960" y="23042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34" name="Shape 632"/>
          <p:cNvSpPr/>
          <p:nvPr/>
        </p:nvSpPr>
        <p:spPr>
          <a:xfrm>
            <a:off x="7406640" y="23042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35" name="Shape 633"/>
          <p:cNvSpPr/>
          <p:nvPr/>
        </p:nvSpPr>
        <p:spPr>
          <a:xfrm>
            <a:off x="8275320" y="23042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36" name="Shape 634"/>
          <p:cNvSpPr/>
          <p:nvPr/>
        </p:nvSpPr>
        <p:spPr>
          <a:xfrm>
            <a:off x="9144000" y="23042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37" name="Shape 635"/>
          <p:cNvSpPr/>
          <p:nvPr/>
        </p:nvSpPr>
        <p:spPr>
          <a:xfrm>
            <a:off x="10012680" y="23042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38" name="Shape 636"/>
          <p:cNvSpPr/>
          <p:nvPr/>
        </p:nvSpPr>
        <p:spPr>
          <a:xfrm>
            <a:off x="10881360" y="23042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39" name="Shape 637"/>
          <p:cNvSpPr/>
          <p:nvPr/>
        </p:nvSpPr>
        <p:spPr>
          <a:xfrm>
            <a:off x="11750040" y="23042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40" name="Shape 638"/>
          <p:cNvSpPr/>
          <p:nvPr/>
        </p:nvSpPr>
        <p:spPr>
          <a:xfrm>
            <a:off x="12618720" y="23042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41" name="Shape 639"/>
          <p:cNvSpPr/>
          <p:nvPr/>
        </p:nvSpPr>
        <p:spPr>
          <a:xfrm>
            <a:off x="13487400" y="23042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42" name="Shape 640"/>
          <p:cNvSpPr/>
          <p:nvPr/>
        </p:nvSpPr>
        <p:spPr>
          <a:xfrm>
            <a:off x="14356080" y="23042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43" name="Shape 641"/>
          <p:cNvSpPr/>
          <p:nvPr/>
        </p:nvSpPr>
        <p:spPr>
          <a:xfrm>
            <a:off x="15224760" y="23042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44" name="Shape 642"/>
          <p:cNvSpPr/>
          <p:nvPr/>
        </p:nvSpPr>
        <p:spPr>
          <a:xfrm>
            <a:off x="16093440" y="23042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45" name="Shape 643"/>
          <p:cNvSpPr/>
          <p:nvPr/>
        </p:nvSpPr>
        <p:spPr>
          <a:xfrm>
            <a:off x="16962120" y="23042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46" name="Shape 644"/>
          <p:cNvSpPr/>
          <p:nvPr/>
        </p:nvSpPr>
        <p:spPr>
          <a:xfrm>
            <a:off x="17830800" y="23042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47" name="Shape 645"/>
          <p:cNvSpPr/>
          <p:nvPr/>
        </p:nvSpPr>
        <p:spPr>
          <a:xfrm>
            <a:off x="18699480" y="23042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48" name="Shape 646"/>
          <p:cNvSpPr/>
          <p:nvPr/>
        </p:nvSpPr>
        <p:spPr>
          <a:xfrm>
            <a:off x="19568160" y="23042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49" name="Shape 647"/>
          <p:cNvSpPr/>
          <p:nvPr/>
        </p:nvSpPr>
        <p:spPr>
          <a:xfrm>
            <a:off x="20436840" y="230428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50" name="Shape 648"/>
          <p:cNvSpPr/>
          <p:nvPr/>
        </p:nvSpPr>
        <p:spPr>
          <a:xfrm>
            <a:off x="457200" y="23911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51" name="Shape 649"/>
          <p:cNvSpPr/>
          <p:nvPr/>
        </p:nvSpPr>
        <p:spPr>
          <a:xfrm>
            <a:off x="1325880" y="23911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52" name="Shape 650"/>
          <p:cNvSpPr/>
          <p:nvPr/>
        </p:nvSpPr>
        <p:spPr>
          <a:xfrm>
            <a:off x="2194560" y="23911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53" name="Shape 651"/>
          <p:cNvSpPr/>
          <p:nvPr/>
        </p:nvSpPr>
        <p:spPr>
          <a:xfrm>
            <a:off x="3063240" y="23911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54" name="Shape 652"/>
          <p:cNvSpPr/>
          <p:nvPr/>
        </p:nvSpPr>
        <p:spPr>
          <a:xfrm>
            <a:off x="3931920" y="23911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55" name="Shape 653"/>
          <p:cNvSpPr/>
          <p:nvPr/>
        </p:nvSpPr>
        <p:spPr>
          <a:xfrm>
            <a:off x="4800600" y="23911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56" name="Shape 654"/>
          <p:cNvSpPr/>
          <p:nvPr/>
        </p:nvSpPr>
        <p:spPr>
          <a:xfrm>
            <a:off x="5669280" y="23911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57" name="Shape 655"/>
          <p:cNvSpPr/>
          <p:nvPr/>
        </p:nvSpPr>
        <p:spPr>
          <a:xfrm>
            <a:off x="6537960" y="23911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58" name="Shape 656"/>
          <p:cNvSpPr/>
          <p:nvPr/>
        </p:nvSpPr>
        <p:spPr>
          <a:xfrm>
            <a:off x="7406640" y="23911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59" name="Shape 657"/>
          <p:cNvSpPr/>
          <p:nvPr/>
        </p:nvSpPr>
        <p:spPr>
          <a:xfrm>
            <a:off x="8275320" y="23911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60" name="Shape 658"/>
          <p:cNvSpPr/>
          <p:nvPr/>
        </p:nvSpPr>
        <p:spPr>
          <a:xfrm>
            <a:off x="9144000" y="23911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61" name="Shape 659"/>
          <p:cNvSpPr/>
          <p:nvPr/>
        </p:nvSpPr>
        <p:spPr>
          <a:xfrm>
            <a:off x="10012680" y="23911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62" name="Shape 660"/>
          <p:cNvSpPr/>
          <p:nvPr/>
        </p:nvSpPr>
        <p:spPr>
          <a:xfrm>
            <a:off x="10881360" y="23911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63" name="Shape 661"/>
          <p:cNvSpPr/>
          <p:nvPr/>
        </p:nvSpPr>
        <p:spPr>
          <a:xfrm>
            <a:off x="11750040" y="23911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64" name="Shape 662"/>
          <p:cNvSpPr/>
          <p:nvPr/>
        </p:nvSpPr>
        <p:spPr>
          <a:xfrm>
            <a:off x="12618720" y="23911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65" name="Shape 663"/>
          <p:cNvSpPr/>
          <p:nvPr/>
        </p:nvSpPr>
        <p:spPr>
          <a:xfrm>
            <a:off x="13487400" y="23911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66" name="Shape 664"/>
          <p:cNvSpPr/>
          <p:nvPr/>
        </p:nvSpPr>
        <p:spPr>
          <a:xfrm>
            <a:off x="14356080" y="23911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67" name="Shape 665"/>
          <p:cNvSpPr/>
          <p:nvPr/>
        </p:nvSpPr>
        <p:spPr>
          <a:xfrm>
            <a:off x="15224760" y="23911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68" name="Shape 666"/>
          <p:cNvSpPr/>
          <p:nvPr/>
        </p:nvSpPr>
        <p:spPr>
          <a:xfrm>
            <a:off x="16093440" y="23911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69" name="Shape 667"/>
          <p:cNvSpPr/>
          <p:nvPr/>
        </p:nvSpPr>
        <p:spPr>
          <a:xfrm>
            <a:off x="16962120" y="23911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70" name="Shape 668"/>
          <p:cNvSpPr/>
          <p:nvPr/>
        </p:nvSpPr>
        <p:spPr>
          <a:xfrm>
            <a:off x="17830800" y="23911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71" name="Shape 669"/>
          <p:cNvSpPr/>
          <p:nvPr/>
        </p:nvSpPr>
        <p:spPr>
          <a:xfrm>
            <a:off x="18699480" y="23911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72" name="Shape 670"/>
          <p:cNvSpPr/>
          <p:nvPr/>
        </p:nvSpPr>
        <p:spPr>
          <a:xfrm>
            <a:off x="19568160" y="23911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73" name="Shape 671"/>
          <p:cNvSpPr/>
          <p:nvPr/>
        </p:nvSpPr>
        <p:spPr>
          <a:xfrm>
            <a:off x="20436840" y="239115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74" name="Shape 672"/>
          <p:cNvSpPr/>
          <p:nvPr/>
        </p:nvSpPr>
        <p:spPr>
          <a:xfrm>
            <a:off x="457200" y="24780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75" name="Shape 673"/>
          <p:cNvSpPr/>
          <p:nvPr/>
        </p:nvSpPr>
        <p:spPr>
          <a:xfrm>
            <a:off x="1325880" y="24780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76" name="Shape 674"/>
          <p:cNvSpPr/>
          <p:nvPr/>
        </p:nvSpPr>
        <p:spPr>
          <a:xfrm>
            <a:off x="2194560" y="24780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77" name="Shape 675"/>
          <p:cNvSpPr/>
          <p:nvPr/>
        </p:nvSpPr>
        <p:spPr>
          <a:xfrm>
            <a:off x="3063240" y="24780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78" name="Shape 676"/>
          <p:cNvSpPr/>
          <p:nvPr/>
        </p:nvSpPr>
        <p:spPr>
          <a:xfrm>
            <a:off x="3931920" y="24780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79" name="Shape 677"/>
          <p:cNvSpPr/>
          <p:nvPr/>
        </p:nvSpPr>
        <p:spPr>
          <a:xfrm>
            <a:off x="4800600" y="24780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80" name="Shape 678"/>
          <p:cNvSpPr/>
          <p:nvPr/>
        </p:nvSpPr>
        <p:spPr>
          <a:xfrm>
            <a:off x="5669280" y="24780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81" name="Shape 679"/>
          <p:cNvSpPr/>
          <p:nvPr/>
        </p:nvSpPr>
        <p:spPr>
          <a:xfrm>
            <a:off x="6537960" y="24780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82" name="Shape 680"/>
          <p:cNvSpPr/>
          <p:nvPr/>
        </p:nvSpPr>
        <p:spPr>
          <a:xfrm>
            <a:off x="7406640" y="24780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83" name="Shape 681"/>
          <p:cNvSpPr/>
          <p:nvPr/>
        </p:nvSpPr>
        <p:spPr>
          <a:xfrm>
            <a:off x="8275320" y="24780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84" name="Shape 682"/>
          <p:cNvSpPr/>
          <p:nvPr/>
        </p:nvSpPr>
        <p:spPr>
          <a:xfrm>
            <a:off x="9144000" y="24780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85" name="Shape 683"/>
          <p:cNvSpPr/>
          <p:nvPr/>
        </p:nvSpPr>
        <p:spPr>
          <a:xfrm>
            <a:off x="10012680" y="24780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86" name="Shape 684"/>
          <p:cNvSpPr/>
          <p:nvPr/>
        </p:nvSpPr>
        <p:spPr>
          <a:xfrm>
            <a:off x="10881360" y="24780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87" name="Shape 685"/>
          <p:cNvSpPr/>
          <p:nvPr/>
        </p:nvSpPr>
        <p:spPr>
          <a:xfrm>
            <a:off x="11750040" y="24780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88" name="Shape 686"/>
          <p:cNvSpPr/>
          <p:nvPr/>
        </p:nvSpPr>
        <p:spPr>
          <a:xfrm>
            <a:off x="12618720" y="24780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89" name="Shape 687"/>
          <p:cNvSpPr/>
          <p:nvPr/>
        </p:nvSpPr>
        <p:spPr>
          <a:xfrm>
            <a:off x="13487400" y="24780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90" name="Shape 688"/>
          <p:cNvSpPr/>
          <p:nvPr/>
        </p:nvSpPr>
        <p:spPr>
          <a:xfrm>
            <a:off x="14356080" y="24780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91" name="Shape 689"/>
          <p:cNvSpPr/>
          <p:nvPr/>
        </p:nvSpPr>
        <p:spPr>
          <a:xfrm>
            <a:off x="15224760" y="24780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92" name="Shape 690"/>
          <p:cNvSpPr/>
          <p:nvPr/>
        </p:nvSpPr>
        <p:spPr>
          <a:xfrm>
            <a:off x="16093440" y="24780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93" name="Shape 691"/>
          <p:cNvSpPr/>
          <p:nvPr/>
        </p:nvSpPr>
        <p:spPr>
          <a:xfrm>
            <a:off x="16962120" y="24780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94" name="Shape 692"/>
          <p:cNvSpPr/>
          <p:nvPr/>
        </p:nvSpPr>
        <p:spPr>
          <a:xfrm>
            <a:off x="17830800" y="24780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95" name="Shape 693"/>
          <p:cNvSpPr/>
          <p:nvPr/>
        </p:nvSpPr>
        <p:spPr>
          <a:xfrm>
            <a:off x="18699480" y="24780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96" name="Shape 694"/>
          <p:cNvSpPr/>
          <p:nvPr/>
        </p:nvSpPr>
        <p:spPr>
          <a:xfrm>
            <a:off x="19568160" y="24780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97" name="Shape 695"/>
          <p:cNvSpPr/>
          <p:nvPr/>
        </p:nvSpPr>
        <p:spPr>
          <a:xfrm>
            <a:off x="20436840" y="247802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98" name="Shape 696"/>
          <p:cNvSpPr/>
          <p:nvPr/>
        </p:nvSpPr>
        <p:spPr>
          <a:xfrm>
            <a:off x="457200" y="25648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699" name="Shape 697"/>
          <p:cNvSpPr/>
          <p:nvPr/>
        </p:nvSpPr>
        <p:spPr>
          <a:xfrm>
            <a:off x="1325880" y="25648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00" name="Shape 698"/>
          <p:cNvSpPr/>
          <p:nvPr/>
        </p:nvSpPr>
        <p:spPr>
          <a:xfrm>
            <a:off x="2194560" y="25648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01" name="Shape 699"/>
          <p:cNvSpPr/>
          <p:nvPr/>
        </p:nvSpPr>
        <p:spPr>
          <a:xfrm>
            <a:off x="3063240" y="25648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02" name="Shape 700"/>
          <p:cNvSpPr/>
          <p:nvPr/>
        </p:nvSpPr>
        <p:spPr>
          <a:xfrm>
            <a:off x="3931920" y="25648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03" name="Shape 701"/>
          <p:cNvSpPr/>
          <p:nvPr/>
        </p:nvSpPr>
        <p:spPr>
          <a:xfrm>
            <a:off x="4800600" y="25648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04" name="Shape 702"/>
          <p:cNvSpPr/>
          <p:nvPr/>
        </p:nvSpPr>
        <p:spPr>
          <a:xfrm>
            <a:off x="5669280" y="25648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05" name="Shape 703"/>
          <p:cNvSpPr/>
          <p:nvPr/>
        </p:nvSpPr>
        <p:spPr>
          <a:xfrm>
            <a:off x="6537960" y="25648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06" name="Shape 704"/>
          <p:cNvSpPr/>
          <p:nvPr/>
        </p:nvSpPr>
        <p:spPr>
          <a:xfrm>
            <a:off x="7406640" y="25648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07" name="Shape 705"/>
          <p:cNvSpPr/>
          <p:nvPr/>
        </p:nvSpPr>
        <p:spPr>
          <a:xfrm>
            <a:off x="8275320" y="25648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08" name="Shape 706"/>
          <p:cNvSpPr/>
          <p:nvPr/>
        </p:nvSpPr>
        <p:spPr>
          <a:xfrm>
            <a:off x="9144000" y="25648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09" name="Shape 707"/>
          <p:cNvSpPr/>
          <p:nvPr/>
        </p:nvSpPr>
        <p:spPr>
          <a:xfrm>
            <a:off x="10012680" y="25648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10" name="Shape 708"/>
          <p:cNvSpPr/>
          <p:nvPr/>
        </p:nvSpPr>
        <p:spPr>
          <a:xfrm>
            <a:off x="10881360" y="25648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11" name="Shape 709"/>
          <p:cNvSpPr/>
          <p:nvPr/>
        </p:nvSpPr>
        <p:spPr>
          <a:xfrm>
            <a:off x="11750040" y="25648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12" name="Shape 710"/>
          <p:cNvSpPr/>
          <p:nvPr/>
        </p:nvSpPr>
        <p:spPr>
          <a:xfrm>
            <a:off x="12618720" y="25648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13" name="Shape 711"/>
          <p:cNvSpPr/>
          <p:nvPr/>
        </p:nvSpPr>
        <p:spPr>
          <a:xfrm>
            <a:off x="13487400" y="25648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14" name="Shape 712"/>
          <p:cNvSpPr/>
          <p:nvPr/>
        </p:nvSpPr>
        <p:spPr>
          <a:xfrm>
            <a:off x="14356080" y="25648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15" name="Shape 713"/>
          <p:cNvSpPr/>
          <p:nvPr/>
        </p:nvSpPr>
        <p:spPr>
          <a:xfrm>
            <a:off x="15224760" y="25648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16" name="Shape 714"/>
          <p:cNvSpPr/>
          <p:nvPr/>
        </p:nvSpPr>
        <p:spPr>
          <a:xfrm>
            <a:off x="16093440" y="25648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17" name="Shape 715"/>
          <p:cNvSpPr/>
          <p:nvPr/>
        </p:nvSpPr>
        <p:spPr>
          <a:xfrm>
            <a:off x="16962120" y="25648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18" name="Shape 716"/>
          <p:cNvSpPr/>
          <p:nvPr/>
        </p:nvSpPr>
        <p:spPr>
          <a:xfrm>
            <a:off x="17830800" y="25648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19" name="Shape 717"/>
          <p:cNvSpPr/>
          <p:nvPr/>
        </p:nvSpPr>
        <p:spPr>
          <a:xfrm>
            <a:off x="18699480" y="25648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20" name="Shape 718"/>
          <p:cNvSpPr/>
          <p:nvPr/>
        </p:nvSpPr>
        <p:spPr>
          <a:xfrm>
            <a:off x="19568160" y="25648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21" name="Shape 719"/>
          <p:cNvSpPr/>
          <p:nvPr/>
        </p:nvSpPr>
        <p:spPr>
          <a:xfrm>
            <a:off x="20436840" y="2564892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22" name="Shape 720"/>
          <p:cNvSpPr/>
          <p:nvPr/>
        </p:nvSpPr>
        <p:spPr>
          <a:xfrm>
            <a:off x="457200" y="26517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23" name="Shape 721"/>
          <p:cNvSpPr/>
          <p:nvPr/>
        </p:nvSpPr>
        <p:spPr>
          <a:xfrm>
            <a:off x="1325880" y="26517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24" name="Shape 722"/>
          <p:cNvSpPr/>
          <p:nvPr/>
        </p:nvSpPr>
        <p:spPr>
          <a:xfrm>
            <a:off x="2194560" y="26517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25" name="Shape 723"/>
          <p:cNvSpPr/>
          <p:nvPr/>
        </p:nvSpPr>
        <p:spPr>
          <a:xfrm>
            <a:off x="3063240" y="26517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26" name="Shape 724"/>
          <p:cNvSpPr/>
          <p:nvPr/>
        </p:nvSpPr>
        <p:spPr>
          <a:xfrm>
            <a:off x="3931920" y="26517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27" name="Shape 725"/>
          <p:cNvSpPr/>
          <p:nvPr/>
        </p:nvSpPr>
        <p:spPr>
          <a:xfrm>
            <a:off x="4800600" y="26517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28" name="Shape 726"/>
          <p:cNvSpPr/>
          <p:nvPr/>
        </p:nvSpPr>
        <p:spPr>
          <a:xfrm>
            <a:off x="5669280" y="26517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29" name="Shape 727"/>
          <p:cNvSpPr/>
          <p:nvPr/>
        </p:nvSpPr>
        <p:spPr>
          <a:xfrm>
            <a:off x="6537960" y="26517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30" name="Shape 728"/>
          <p:cNvSpPr/>
          <p:nvPr/>
        </p:nvSpPr>
        <p:spPr>
          <a:xfrm>
            <a:off x="7406640" y="26517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31" name="Shape 729"/>
          <p:cNvSpPr/>
          <p:nvPr/>
        </p:nvSpPr>
        <p:spPr>
          <a:xfrm>
            <a:off x="8275320" y="26517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32" name="Shape 730"/>
          <p:cNvSpPr/>
          <p:nvPr/>
        </p:nvSpPr>
        <p:spPr>
          <a:xfrm>
            <a:off x="9144000" y="26517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33" name="Shape 731"/>
          <p:cNvSpPr/>
          <p:nvPr/>
        </p:nvSpPr>
        <p:spPr>
          <a:xfrm>
            <a:off x="10012680" y="26517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34" name="Shape 732"/>
          <p:cNvSpPr/>
          <p:nvPr/>
        </p:nvSpPr>
        <p:spPr>
          <a:xfrm>
            <a:off x="10881360" y="26517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35" name="Shape 733"/>
          <p:cNvSpPr/>
          <p:nvPr/>
        </p:nvSpPr>
        <p:spPr>
          <a:xfrm>
            <a:off x="11750040" y="26517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36" name="Shape 734"/>
          <p:cNvSpPr/>
          <p:nvPr/>
        </p:nvSpPr>
        <p:spPr>
          <a:xfrm>
            <a:off x="12618720" y="26517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37" name="Shape 735"/>
          <p:cNvSpPr/>
          <p:nvPr/>
        </p:nvSpPr>
        <p:spPr>
          <a:xfrm>
            <a:off x="13487400" y="26517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38" name="Shape 736"/>
          <p:cNvSpPr/>
          <p:nvPr/>
        </p:nvSpPr>
        <p:spPr>
          <a:xfrm>
            <a:off x="14356080" y="26517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39" name="Shape 737"/>
          <p:cNvSpPr/>
          <p:nvPr/>
        </p:nvSpPr>
        <p:spPr>
          <a:xfrm>
            <a:off x="15224760" y="26517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40" name="Shape 738"/>
          <p:cNvSpPr/>
          <p:nvPr/>
        </p:nvSpPr>
        <p:spPr>
          <a:xfrm>
            <a:off x="16093440" y="26517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41" name="Shape 739"/>
          <p:cNvSpPr/>
          <p:nvPr/>
        </p:nvSpPr>
        <p:spPr>
          <a:xfrm>
            <a:off x="16962120" y="26517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42" name="Shape 740"/>
          <p:cNvSpPr/>
          <p:nvPr/>
        </p:nvSpPr>
        <p:spPr>
          <a:xfrm>
            <a:off x="17830800" y="26517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43" name="Shape 741"/>
          <p:cNvSpPr/>
          <p:nvPr/>
        </p:nvSpPr>
        <p:spPr>
          <a:xfrm>
            <a:off x="18699480" y="26517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44" name="Shape 742"/>
          <p:cNvSpPr/>
          <p:nvPr/>
        </p:nvSpPr>
        <p:spPr>
          <a:xfrm>
            <a:off x="19568160" y="26517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45" name="Shape 743"/>
          <p:cNvSpPr/>
          <p:nvPr/>
        </p:nvSpPr>
        <p:spPr>
          <a:xfrm>
            <a:off x="20436840" y="2651760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46" name="Shape 744"/>
          <p:cNvSpPr/>
          <p:nvPr/>
        </p:nvSpPr>
        <p:spPr>
          <a:xfrm>
            <a:off x="457200" y="27386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47" name="Shape 745"/>
          <p:cNvSpPr/>
          <p:nvPr/>
        </p:nvSpPr>
        <p:spPr>
          <a:xfrm>
            <a:off x="1325880" y="27386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48" name="Shape 746"/>
          <p:cNvSpPr/>
          <p:nvPr/>
        </p:nvSpPr>
        <p:spPr>
          <a:xfrm>
            <a:off x="2194560" y="27386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49" name="Shape 747"/>
          <p:cNvSpPr/>
          <p:nvPr/>
        </p:nvSpPr>
        <p:spPr>
          <a:xfrm>
            <a:off x="3063240" y="27386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50" name="Shape 748"/>
          <p:cNvSpPr/>
          <p:nvPr/>
        </p:nvSpPr>
        <p:spPr>
          <a:xfrm>
            <a:off x="3931920" y="27386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51" name="Shape 749"/>
          <p:cNvSpPr/>
          <p:nvPr/>
        </p:nvSpPr>
        <p:spPr>
          <a:xfrm>
            <a:off x="4800600" y="27386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52" name="Shape 750"/>
          <p:cNvSpPr/>
          <p:nvPr/>
        </p:nvSpPr>
        <p:spPr>
          <a:xfrm>
            <a:off x="5669280" y="27386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53" name="Shape 751"/>
          <p:cNvSpPr/>
          <p:nvPr/>
        </p:nvSpPr>
        <p:spPr>
          <a:xfrm>
            <a:off x="6537960" y="27386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54" name="Shape 752"/>
          <p:cNvSpPr/>
          <p:nvPr/>
        </p:nvSpPr>
        <p:spPr>
          <a:xfrm>
            <a:off x="7406640" y="27386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55" name="Shape 753"/>
          <p:cNvSpPr/>
          <p:nvPr/>
        </p:nvSpPr>
        <p:spPr>
          <a:xfrm>
            <a:off x="8275320" y="27386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56" name="Shape 754"/>
          <p:cNvSpPr/>
          <p:nvPr/>
        </p:nvSpPr>
        <p:spPr>
          <a:xfrm>
            <a:off x="9144000" y="27386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57" name="Shape 755"/>
          <p:cNvSpPr/>
          <p:nvPr/>
        </p:nvSpPr>
        <p:spPr>
          <a:xfrm>
            <a:off x="10012680" y="27386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58" name="Shape 756"/>
          <p:cNvSpPr/>
          <p:nvPr/>
        </p:nvSpPr>
        <p:spPr>
          <a:xfrm>
            <a:off x="10881360" y="27386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59" name="Shape 757"/>
          <p:cNvSpPr/>
          <p:nvPr/>
        </p:nvSpPr>
        <p:spPr>
          <a:xfrm>
            <a:off x="11750040" y="27386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60" name="Shape 758"/>
          <p:cNvSpPr/>
          <p:nvPr/>
        </p:nvSpPr>
        <p:spPr>
          <a:xfrm>
            <a:off x="12618720" y="27386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61" name="Shape 759"/>
          <p:cNvSpPr/>
          <p:nvPr/>
        </p:nvSpPr>
        <p:spPr>
          <a:xfrm>
            <a:off x="13487400" y="27386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62" name="Shape 760"/>
          <p:cNvSpPr/>
          <p:nvPr/>
        </p:nvSpPr>
        <p:spPr>
          <a:xfrm>
            <a:off x="14356080" y="27386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63" name="Shape 761"/>
          <p:cNvSpPr/>
          <p:nvPr/>
        </p:nvSpPr>
        <p:spPr>
          <a:xfrm>
            <a:off x="15224760" y="27386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64" name="Shape 762"/>
          <p:cNvSpPr/>
          <p:nvPr/>
        </p:nvSpPr>
        <p:spPr>
          <a:xfrm>
            <a:off x="16093440" y="27386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65" name="Shape 763"/>
          <p:cNvSpPr/>
          <p:nvPr/>
        </p:nvSpPr>
        <p:spPr>
          <a:xfrm>
            <a:off x="16962120" y="27386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66" name="Shape 764"/>
          <p:cNvSpPr/>
          <p:nvPr/>
        </p:nvSpPr>
        <p:spPr>
          <a:xfrm>
            <a:off x="17830800" y="27386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67" name="Shape 765"/>
          <p:cNvSpPr/>
          <p:nvPr/>
        </p:nvSpPr>
        <p:spPr>
          <a:xfrm>
            <a:off x="18699480" y="27386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68" name="Shape 766"/>
          <p:cNvSpPr/>
          <p:nvPr/>
        </p:nvSpPr>
        <p:spPr>
          <a:xfrm>
            <a:off x="19568160" y="27386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69" name="Shape 767"/>
          <p:cNvSpPr/>
          <p:nvPr/>
        </p:nvSpPr>
        <p:spPr>
          <a:xfrm>
            <a:off x="20436840" y="2738628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70" name="Shape 768"/>
          <p:cNvSpPr/>
          <p:nvPr/>
        </p:nvSpPr>
        <p:spPr>
          <a:xfrm>
            <a:off x="457200" y="28254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71" name="Shape 769"/>
          <p:cNvSpPr/>
          <p:nvPr/>
        </p:nvSpPr>
        <p:spPr>
          <a:xfrm>
            <a:off x="1325880" y="28254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72" name="Shape 770"/>
          <p:cNvSpPr/>
          <p:nvPr/>
        </p:nvSpPr>
        <p:spPr>
          <a:xfrm>
            <a:off x="2194560" y="28254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73" name="Shape 771"/>
          <p:cNvSpPr/>
          <p:nvPr/>
        </p:nvSpPr>
        <p:spPr>
          <a:xfrm>
            <a:off x="3063240" y="28254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74" name="Shape 772"/>
          <p:cNvSpPr/>
          <p:nvPr/>
        </p:nvSpPr>
        <p:spPr>
          <a:xfrm>
            <a:off x="3931920" y="28254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75" name="Shape 773"/>
          <p:cNvSpPr/>
          <p:nvPr/>
        </p:nvSpPr>
        <p:spPr>
          <a:xfrm>
            <a:off x="4800600" y="28254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76" name="Shape 774"/>
          <p:cNvSpPr/>
          <p:nvPr/>
        </p:nvSpPr>
        <p:spPr>
          <a:xfrm>
            <a:off x="5669280" y="28254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77" name="Shape 775"/>
          <p:cNvSpPr/>
          <p:nvPr/>
        </p:nvSpPr>
        <p:spPr>
          <a:xfrm>
            <a:off x="6537960" y="28254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78" name="Shape 776"/>
          <p:cNvSpPr/>
          <p:nvPr/>
        </p:nvSpPr>
        <p:spPr>
          <a:xfrm>
            <a:off x="7406640" y="28254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79" name="Shape 777"/>
          <p:cNvSpPr/>
          <p:nvPr/>
        </p:nvSpPr>
        <p:spPr>
          <a:xfrm>
            <a:off x="8275320" y="28254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80" name="Shape 778"/>
          <p:cNvSpPr/>
          <p:nvPr/>
        </p:nvSpPr>
        <p:spPr>
          <a:xfrm>
            <a:off x="9144000" y="28254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81" name="Shape 779"/>
          <p:cNvSpPr/>
          <p:nvPr/>
        </p:nvSpPr>
        <p:spPr>
          <a:xfrm>
            <a:off x="10012680" y="28254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82" name="Shape 780"/>
          <p:cNvSpPr/>
          <p:nvPr/>
        </p:nvSpPr>
        <p:spPr>
          <a:xfrm>
            <a:off x="10881360" y="28254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83" name="Shape 781"/>
          <p:cNvSpPr/>
          <p:nvPr/>
        </p:nvSpPr>
        <p:spPr>
          <a:xfrm>
            <a:off x="11750040" y="28254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84" name="Shape 782"/>
          <p:cNvSpPr/>
          <p:nvPr/>
        </p:nvSpPr>
        <p:spPr>
          <a:xfrm>
            <a:off x="12618720" y="28254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85" name="Shape 783"/>
          <p:cNvSpPr/>
          <p:nvPr/>
        </p:nvSpPr>
        <p:spPr>
          <a:xfrm>
            <a:off x="13487400" y="28254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86" name="Shape 784"/>
          <p:cNvSpPr/>
          <p:nvPr/>
        </p:nvSpPr>
        <p:spPr>
          <a:xfrm>
            <a:off x="14356080" y="28254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87" name="Shape 785"/>
          <p:cNvSpPr/>
          <p:nvPr/>
        </p:nvSpPr>
        <p:spPr>
          <a:xfrm>
            <a:off x="15224760" y="28254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88" name="Shape 786"/>
          <p:cNvSpPr/>
          <p:nvPr/>
        </p:nvSpPr>
        <p:spPr>
          <a:xfrm>
            <a:off x="16093440" y="28254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89" name="Shape 787"/>
          <p:cNvSpPr/>
          <p:nvPr/>
        </p:nvSpPr>
        <p:spPr>
          <a:xfrm>
            <a:off x="16962120" y="28254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90" name="Shape 788"/>
          <p:cNvSpPr/>
          <p:nvPr/>
        </p:nvSpPr>
        <p:spPr>
          <a:xfrm>
            <a:off x="17830800" y="28254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91" name="Shape 789"/>
          <p:cNvSpPr/>
          <p:nvPr/>
        </p:nvSpPr>
        <p:spPr>
          <a:xfrm>
            <a:off x="18699480" y="28254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92" name="Shape 790"/>
          <p:cNvSpPr/>
          <p:nvPr/>
        </p:nvSpPr>
        <p:spPr>
          <a:xfrm>
            <a:off x="19568160" y="28254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93" name="Shape 791"/>
          <p:cNvSpPr/>
          <p:nvPr/>
        </p:nvSpPr>
        <p:spPr>
          <a:xfrm>
            <a:off x="20436840" y="2825496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94" name="Shape 792"/>
          <p:cNvSpPr/>
          <p:nvPr/>
        </p:nvSpPr>
        <p:spPr>
          <a:xfrm>
            <a:off x="457200" y="29123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95" name="Shape 793"/>
          <p:cNvSpPr/>
          <p:nvPr/>
        </p:nvSpPr>
        <p:spPr>
          <a:xfrm>
            <a:off x="1325880" y="29123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96" name="Shape 794"/>
          <p:cNvSpPr/>
          <p:nvPr/>
        </p:nvSpPr>
        <p:spPr>
          <a:xfrm>
            <a:off x="2194560" y="29123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97" name="Shape 795"/>
          <p:cNvSpPr/>
          <p:nvPr/>
        </p:nvSpPr>
        <p:spPr>
          <a:xfrm>
            <a:off x="3063240" y="29123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98" name="Shape 796"/>
          <p:cNvSpPr/>
          <p:nvPr/>
        </p:nvSpPr>
        <p:spPr>
          <a:xfrm>
            <a:off x="3931920" y="29123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799" name="Shape 797"/>
          <p:cNvSpPr/>
          <p:nvPr/>
        </p:nvSpPr>
        <p:spPr>
          <a:xfrm>
            <a:off x="4800600" y="29123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00" name="Shape 798"/>
          <p:cNvSpPr/>
          <p:nvPr/>
        </p:nvSpPr>
        <p:spPr>
          <a:xfrm>
            <a:off x="5669280" y="29123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01" name="Shape 799"/>
          <p:cNvSpPr/>
          <p:nvPr/>
        </p:nvSpPr>
        <p:spPr>
          <a:xfrm>
            <a:off x="6537960" y="29123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02" name="Shape 800"/>
          <p:cNvSpPr/>
          <p:nvPr/>
        </p:nvSpPr>
        <p:spPr>
          <a:xfrm>
            <a:off x="7406640" y="29123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03" name="Shape 801"/>
          <p:cNvSpPr/>
          <p:nvPr/>
        </p:nvSpPr>
        <p:spPr>
          <a:xfrm>
            <a:off x="8275320" y="29123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04" name="Shape 802"/>
          <p:cNvSpPr/>
          <p:nvPr/>
        </p:nvSpPr>
        <p:spPr>
          <a:xfrm>
            <a:off x="9144000" y="29123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05" name="Shape 803"/>
          <p:cNvSpPr/>
          <p:nvPr/>
        </p:nvSpPr>
        <p:spPr>
          <a:xfrm>
            <a:off x="10012680" y="29123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06" name="Shape 804"/>
          <p:cNvSpPr/>
          <p:nvPr/>
        </p:nvSpPr>
        <p:spPr>
          <a:xfrm>
            <a:off x="10881360" y="29123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07" name="Shape 805"/>
          <p:cNvSpPr/>
          <p:nvPr/>
        </p:nvSpPr>
        <p:spPr>
          <a:xfrm>
            <a:off x="11750040" y="29123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08" name="Shape 806"/>
          <p:cNvSpPr/>
          <p:nvPr/>
        </p:nvSpPr>
        <p:spPr>
          <a:xfrm>
            <a:off x="12618720" y="29123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09" name="Shape 807"/>
          <p:cNvSpPr/>
          <p:nvPr/>
        </p:nvSpPr>
        <p:spPr>
          <a:xfrm>
            <a:off x="13487400" y="29123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10" name="Shape 808"/>
          <p:cNvSpPr/>
          <p:nvPr/>
        </p:nvSpPr>
        <p:spPr>
          <a:xfrm>
            <a:off x="14356080" y="29123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11" name="Shape 809"/>
          <p:cNvSpPr/>
          <p:nvPr/>
        </p:nvSpPr>
        <p:spPr>
          <a:xfrm>
            <a:off x="15224760" y="29123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12" name="Shape 810"/>
          <p:cNvSpPr/>
          <p:nvPr/>
        </p:nvSpPr>
        <p:spPr>
          <a:xfrm>
            <a:off x="16093440" y="29123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13" name="Shape 811"/>
          <p:cNvSpPr/>
          <p:nvPr/>
        </p:nvSpPr>
        <p:spPr>
          <a:xfrm>
            <a:off x="16962120" y="29123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14" name="Shape 812"/>
          <p:cNvSpPr/>
          <p:nvPr/>
        </p:nvSpPr>
        <p:spPr>
          <a:xfrm>
            <a:off x="17830800" y="29123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15" name="Shape 813"/>
          <p:cNvSpPr/>
          <p:nvPr/>
        </p:nvSpPr>
        <p:spPr>
          <a:xfrm>
            <a:off x="18699480" y="29123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16" name="Shape 814"/>
          <p:cNvSpPr/>
          <p:nvPr/>
        </p:nvSpPr>
        <p:spPr>
          <a:xfrm>
            <a:off x="19568160" y="29123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17" name="Shape 815"/>
          <p:cNvSpPr/>
          <p:nvPr/>
        </p:nvSpPr>
        <p:spPr>
          <a:xfrm>
            <a:off x="20436840" y="29123640"/>
            <a:ext cx="36576" cy="36576"/>
          </a:xfrm>
          <a:prstGeom prst="ellipse">
            <a:avLst/>
          </a:prstGeom>
          <a:solidFill>
            <a:srgbClr val="1C3058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18" name="Shape 816"/>
          <p:cNvSpPr/>
          <p:nvPr/>
        </p:nvSpPr>
        <p:spPr>
          <a:xfrm>
            <a:off x="0" y="0"/>
            <a:ext cx="21387816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19" name="Shape 817"/>
          <p:cNvSpPr/>
          <p:nvPr/>
        </p:nvSpPr>
        <p:spPr>
          <a:xfrm>
            <a:off x="5486400" y="0"/>
            <a:ext cx="10415016" cy="109728"/>
          </a:xfrm>
          <a:prstGeom prst="rect">
            <a:avLst/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820" name="Shape 818"/>
          <p:cNvSpPr/>
          <p:nvPr/>
        </p:nvSpPr>
        <p:spPr>
          <a:xfrm>
            <a:off x="256032" y="164592"/>
            <a:ext cx="20875752" cy="3749040"/>
          </a:xfrm>
          <a:prstGeom prst="roundRect">
            <a:avLst>
              <a:gd name="adj" fmla="val 2927"/>
            </a:avLst>
          </a:prstGeom>
          <a:solidFill>
            <a:srgbClr val="0B1E3D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21" name="Shape 819"/>
          <p:cNvSpPr/>
          <p:nvPr/>
        </p:nvSpPr>
        <p:spPr>
          <a:xfrm>
            <a:off x="502920" y="329184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0C2040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822" name="Text 820"/>
          <p:cNvSpPr/>
          <p:nvPr/>
        </p:nvSpPr>
        <p:spPr>
          <a:xfrm>
            <a:off x="502920" y="32918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&amp; Team Members</a:t>
            </a:r>
            <a:endParaRPr lang="en-US" sz="800" dirty="0"/>
          </a:p>
        </p:txBody>
      </p:sp>
      <p:sp>
        <p:nvSpPr>
          <p:cNvPr id="823" name="Text 821"/>
          <p:cNvSpPr/>
          <p:nvPr/>
        </p:nvSpPr>
        <p:spPr>
          <a:xfrm>
            <a:off x="502920" y="850392"/>
            <a:ext cx="12801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8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Home Security &amp;</a:t>
            </a:r>
            <a:endParaRPr lang="en-US" sz="5200" dirty="0"/>
          </a:p>
        </p:txBody>
      </p:sp>
      <p:sp>
        <p:nvSpPr>
          <p:cNvPr id="824" name="Text 822"/>
          <p:cNvSpPr/>
          <p:nvPr/>
        </p:nvSpPr>
        <p:spPr>
          <a:xfrm>
            <a:off x="502920" y="1719072"/>
            <a:ext cx="12801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00C9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System</a:t>
            </a:r>
            <a:endParaRPr lang="en-US" sz="5200" dirty="0"/>
          </a:p>
        </p:txBody>
      </p:sp>
      <p:sp>
        <p:nvSpPr>
          <p:cNvPr id="825" name="Shape 823"/>
          <p:cNvSpPr/>
          <p:nvPr/>
        </p:nvSpPr>
        <p:spPr>
          <a:xfrm>
            <a:off x="502920" y="2816352"/>
            <a:ext cx="813816" cy="320040"/>
          </a:xfrm>
          <a:prstGeom prst="roundRect">
            <a:avLst>
              <a:gd name="adj" fmla="val 17143"/>
            </a:avLst>
          </a:prstGeom>
          <a:solidFill>
            <a:srgbClr val="08203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26" name="Text 824"/>
          <p:cNvSpPr/>
          <p:nvPr/>
        </p:nvSpPr>
        <p:spPr>
          <a:xfrm>
            <a:off x="502920" y="2816352"/>
            <a:ext cx="813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900" dirty="0"/>
          </a:p>
        </p:txBody>
      </p:sp>
      <p:sp>
        <p:nvSpPr>
          <p:cNvPr id="827" name="Shape 825"/>
          <p:cNvSpPr/>
          <p:nvPr/>
        </p:nvSpPr>
        <p:spPr>
          <a:xfrm>
            <a:off x="1481328" y="2816352"/>
            <a:ext cx="2359152" cy="320040"/>
          </a:xfrm>
          <a:prstGeom prst="roundRect">
            <a:avLst>
              <a:gd name="adj" fmla="val 17143"/>
            </a:avLst>
          </a:prstGeom>
          <a:solidFill>
            <a:srgbClr val="08203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28" name="Text 826"/>
          <p:cNvSpPr/>
          <p:nvPr/>
        </p:nvSpPr>
        <p:spPr>
          <a:xfrm>
            <a:off x="1481328" y="2816352"/>
            <a:ext cx="2359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900" dirty="0"/>
          </a:p>
        </p:txBody>
      </p:sp>
      <p:sp>
        <p:nvSpPr>
          <p:cNvPr id="829" name="Shape 827"/>
          <p:cNvSpPr/>
          <p:nvPr/>
        </p:nvSpPr>
        <p:spPr>
          <a:xfrm>
            <a:off x="4005072" y="2816352"/>
            <a:ext cx="2121408" cy="320040"/>
          </a:xfrm>
          <a:prstGeom prst="roundRect">
            <a:avLst>
              <a:gd name="adj" fmla="val 17143"/>
            </a:avLst>
          </a:prstGeom>
          <a:solidFill>
            <a:srgbClr val="08203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30" name="Text 828"/>
          <p:cNvSpPr/>
          <p:nvPr/>
        </p:nvSpPr>
        <p:spPr>
          <a:xfrm>
            <a:off x="4005072" y="2816352"/>
            <a:ext cx="2121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Detection</a:t>
            </a:r>
            <a:endParaRPr lang="en-US" sz="900" dirty="0"/>
          </a:p>
        </p:txBody>
      </p:sp>
      <p:sp>
        <p:nvSpPr>
          <p:cNvPr id="831" name="Shape 829"/>
          <p:cNvSpPr/>
          <p:nvPr/>
        </p:nvSpPr>
        <p:spPr>
          <a:xfrm>
            <a:off x="6291072" y="2816352"/>
            <a:ext cx="2240280" cy="320040"/>
          </a:xfrm>
          <a:prstGeom prst="roundRect">
            <a:avLst>
              <a:gd name="adj" fmla="val 17143"/>
            </a:avLst>
          </a:prstGeom>
          <a:solidFill>
            <a:srgbClr val="08203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32" name="Text 830"/>
          <p:cNvSpPr/>
          <p:nvPr/>
        </p:nvSpPr>
        <p:spPr>
          <a:xfrm>
            <a:off x="6291072" y="281635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Control</a:t>
            </a:r>
            <a:endParaRPr lang="en-US" sz="900" dirty="0"/>
          </a:p>
        </p:txBody>
      </p:sp>
      <p:sp>
        <p:nvSpPr>
          <p:cNvPr id="833" name="Shape 831"/>
          <p:cNvSpPr/>
          <p:nvPr/>
        </p:nvSpPr>
        <p:spPr>
          <a:xfrm>
            <a:off x="8695944" y="2816352"/>
            <a:ext cx="2478024" cy="320040"/>
          </a:xfrm>
          <a:prstGeom prst="roundRect">
            <a:avLst>
              <a:gd name="adj" fmla="val 17143"/>
            </a:avLst>
          </a:prstGeom>
          <a:solidFill>
            <a:srgbClr val="08203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34" name="Text 832"/>
          <p:cNvSpPr/>
          <p:nvPr/>
        </p:nvSpPr>
        <p:spPr>
          <a:xfrm>
            <a:off x="8695944" y="2816352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Monitoring</a:t>
            </a:r>
            <a:endParaRPr lang="en-US" sz="900" dirty="0"/>
          </a:p>
        </p:txBody>
      </p:sp>
      <p:sp>
        <p:nvSpPr>
          <p:cNvPr id="835" name="Text 833"/>
          <p:cNvSpPr/>
          <p:nvPr/>
        </p:nvSpPr>
        <p:spPr>
          <a:xfrm>
            <a:off x="14173200" y="850392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50" kern="0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Zewail City of Science and Technology</a:t>
            </a:r>
            <a:endParaRPr lang="en-US" sz="1300" dirty="0"/>
          </a:p>
        </p:txBody>
      </p:sp>
      <p:sp>
        <p:nvSpPr>
          <p:cNvPr id="836" name="Text 834"/>
          <p:cNvSpPr/>
          <p:nvPr/>
        </p:nvSpPr>
        <p:spPr>
          <a:xfrm>
            <a:off x="14173200" y="1261872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 Program  Â·  Embedded Systems Exhibition</a:t>
            </a:r>
            <a:endParaRPr lang="en-US" sz="1100" dirty="0"/>
          </a:p>
        </p:txBody>
      </p:sp>
      <p:sp>
        <p:nvSpPr>
          <p:cNvPr id="837" name="Text 835"/>
          <p:cNvSpPr/>
          <p:nvPr/>
        </p:nvSpPr>
        <p:spPr>
          <a:xfrm>
            <a:off x="14173200" y="162763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29, 2026</a:t>
            </a:r>
            <a:endParaRPr lang="en-US" sz="1100" dirty="0"/>
          </a:p>
        </p:txBody>
      </p:sp>
      <p:sp>
        <p:nvSpPr>
          <p:cNvPr id="838" name="Shape 836"/>
          <p:cNvSpPr/>
          <p:nvPr/>
        </p:nvSpPr>
        <p:spPr>
          <a:xfrm>
            <a:off x="502920" y="3227832"/>
            <a:ext cx="20391120" cy="0"/>
          </a:xfrm>
          <a:prstGeom prst="line">
            <a:avLst/>
          </a:prstGeom>
          <a:noFill/>
          <a:ln w="12700">
            <a:solidFill>
              <a:srgbClr val="1C3058"/>
            </a:solidFill>
            <a:prstDash val="solid"/>
          </a:ln>
        </p:spPr>
      </p:sp>
      <p:sp>
        <p:nvSpPr>
          <p:cNvPr id="839" name="Text 837"/>
          <p:cNvSpPr/>
          <p:nvPr/>
        </p:nvSpPr>
        <p:spPr>
          <a:xfrm>
            <a:off x="502920" y="33649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7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</a:t>
            </a:r>
            <a:endParaRPr lang="en-US" sz="900" dirty="0"/>
          </a:p>
        </p:txBody>
      </p:sp>
      <p:sp>
        <p:nvSpPr>
          <p:cNvPr id="840" name="Shape 838"/>
          <p:cNvSpPr/>
          <p:nvPr/>
        </p:nvSpPr>
        <p:spPr>
          <a:xfrm>
            <a:off x="1600200" y="3383280"/>
            <a:ext cx="320040" cy="320040"/>
          </a:xfrm>
          <a:prstGeom prst="ellipse">
            <a:avLst/>
          </a:prstGeom>
          <a:solidFill>
            <a:srgbClr val="101D35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41" name="Text 839"/>
          <p:cNvSpPr/>
          <p:nvPr/>
        </p:nvSpPr>
        <p:spPr>
          <a:xfrm>
            <a:off x="1600200" y="3383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TM1</a:t>
            </a:r>
            <a:endParaRPr lang="en-US" sz="700" dirty="0"/>
          </a:p>
        </p:txBody>
      </p:sp>
      <p:sp>
        <p:nvSpPr>
          <p:cNvPr id="842" name="Text 840"/>
          <p:cNvSpPr/>
          <p:nvPr/>
        </p:nvSpPr>
        <p:spPr>
          <a:xfrm>
            <a:off x="1984248" y="3383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1</a:t>
            </a:r>
            <a:endParaRPr lang="en-US" sz="1000" dirty="0"/>
          </a:p>
        </p:txBody>
      </p:sp>
      <p:sp>
        <p:nvSpPr>
          <p:cNvPr id="843" name="Shape 841"/>
          <p:cNvSpPr/>
          <p:nvPr/>
        </p:nvSpPr>
        <p:spPr>
          <a:xfrm>
            <a:off x="4800600" y="3383280"/>
            <a:ext cx="320040" cy="320040"/>
          </a:xfrm>
          <a:prstGeom prst="ellipse">
            <a:avLst/>
          </a:prstGeom>
          <a:solidFill>
            <a:srgbClr val="101D35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44" name="Text 842"/>
          <p:cNvSpPr/>
          <p:nvPr/>
        </p:nvSpPr>
        <p:spPr>
          <a:xfrm>
            <a:off x="4800600" y="3383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TM2</a:t>
            </a:r>
            <a:endParaRPr lang="en-US" sz="700" dirty="0"/>
          </a:p>
        </p:txBody>
      </p:sp>
      <p:sp>
        <p:nvSpPr>
          <p:cNvPr id="845" name="Text 843"/>
          <p:cNvSpPr/>
          <p:nvPr/>
        </p:nvSpPr>
        <p:spPr>
          <a:xfrm>
            <a:off x="5184648" y="3383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2</a:t>
            </a:r>
            <a:endParaRPr lang="en-US" sz="1000" dirty="0"/>
          </a:p>
        </p:txBody>
      </p:sp>
      <p:sp>
        <p:nvSpPr>
          <p:cNvPr id="846" name="Shape 844"/>
          <p:cNvSpPr/>
          <p:nvPr/>
        </p:nvSpPr>
        <p:spPr>
          <a:xfrm>
            <a:off x="8001000" y="3383280"/>
            <a:ext cx="320040" cy="320040"/>
          </a:xfrm>
          <a:prstGeom prst="ellipse">
            <a:avLst/>
          </a:prstGeom>
          <a:solidFill>
            <a:srgbClr val="101D35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47" name="Text 845"/>
          <p:cNvSpPr/>
          <p:nvPr/>
        </p:nvSpPr>
        <p:spPr>
          <a:xfrm>
            <a:off x="8001000" y="3383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TM3</a:t>
            </a:r>
            <a:endParaRPr lang="en-US" sz="700" dirty="0"/>
          </a:p>
        </p:txBody>
      </p:sp>
      <p:sp>
        <p:nvSpPr>
          <p:cNvPr id="848" name="Text 846"/>
          <p:cNvSpPr/>
          <p:nvPr/>
        </p:nvSpPr>
        <p:spPr>
          <a:xfrm>
            <a:off x="8385048" y="3383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3</a:t>
            </a:r>
            <a:endParaRPr lang="en-US" sz="1000" dirty="0"/>
          </a:p>
        </p:txBody>
      </p:sp>
      <p:sp>
        <p:nvSpPr>
          <p:cNvPr id="849" name="Shape 847"/>
          <p:cNvSpPr/>
          <p:nvPr/>
        </p:nvSpPr>
        <p:spPr>
          <a:xfrm>
            <a:off x="11201400" y="3383280"/>
            <a:ext cx="320040" cy="320040"/>
          </a:xfrm>
          <a:prstGeom prst="ellipse">
            <a:avLst/>
          </a:prstGeom>
          <a:solidFill>
            <a:srgbClr val="101D35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50" name="Text 848"/>
          <p:cNvSpPr/>
          <p:nvPr/>
        </p:nvSpPr>
        <p:spPr>
          <a:xfrm>
            <a:off x="11201400" y="3383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</a:t>
            </a:r>
            <a:endParaRPr lang="en-US" sz="700" dirty="0"/>
          </a:p>
        </p:txBody>
      </p:sp>
      <p:sp>
        <p:nvSpPr>
          <p:cNvPr id="851" name="Text 849"/>
          <p:cNvSpPr/>
          <p:nvPr/>
        </p:nvSpPr>
        <p:spPr>
          <a:xfrm>
            <a:off x="11585448" y="3383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852" name="Shape 850"/>
          <p:cNvSpPr/>
          <p:nvPr/>
        </p:nvSpPr>
        <p:spPr>
          <a:xfrm>
            <a:off x="256032" y="4160520"/>
            <a:ext cx="9966960" cy="7498080"/>
          </a:xfrm>
          <a:prstGeom prst="roundRect">
            <a:avLst>
              <a:gd name="adj" fmla="val 1463"/>
            </a:avLst>
          </a:prstGeom>
          <a:solidFill>
            <a:srgbClr val="101D35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53" name="Shape 851"/>
          <p:cNvSpPr/>
          <p:nvPr/>
        </p:nvSpPr>
        <p:spPr>
          <a:xfrm>
            <a:off x="420624" y="4288536"/>
            <a:ext cx="9637776" cy="73152"/>
          </a:xfrm>
          <a:prstGeom prst="roundRect">
            <a:avLst/>
          </a:prstGeom>
          <a:solidFill>
            <a:srgbClr val="FF5C72"/>
          </a:solidFill>
          <a:ln w="12700">
            <a:solidFill>
              <a:srgbClr val="FF5C72"/>
            </a:solidFill>
            <a:prstDash val="solid"/>
          </a:ln>
        </p:spPr>
      </p:sp>
      <p:sp>
        <p:nvSpPr>
          <p:cNvPr id="854" name="Shape 852"/>
          <p:cNvSpPr/>
          <p:nvPr/>
        </p:nvSpPr>
        <p:spPr>
          <a:xfrm>
            <a:off x="420624" y="4453128"/>
            <a:ext cx="5481828" cy="411480"/>
          </a:xfrm>
          <a:prstGeom prst="roundRect">
            <a:avLst>
              <a:gd name="adj" fmla="val 17778"/>
            </a:avLst>
          </a:prstGeom>
          <a:solidFill>
            <a:srgbClr val="0C1526"/>
          </a:solidFill>
          <a:ln w="12700">
            <a:solidFill>
              <a:srgbClr val="FF5C72"/>
            </a:solidFill>
            <a:prstDash val="solid"/>
          </a:ln>
        </p:spPr>
      </p:sp>
      <p:sp>
        <p:nvSpPr>
          <p:cNvPr id="855" name="Text 853"/>
          <p:cNvSpPr/>
          <p:nvPr/>
        </p:nvSpPr>
        <p:spPr>
          <a:xfrm>
            <a:off x="420624" y="4453128"/>
            <a:ext cx="54818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Problem / Context</a:t>
            </a:r>
            <a:endParaRPr lang="en-US" sz="1000" dirty="0"/>
          </a:p>
        </p:txBody>
      </p:sp>
      <p:sp>
        <p:nvSpPr>
          <p:cNvPr id="856" name="Text 854"/>
          <p:cNvSpPr/>
          <p:nvPr/>
        </p:nvSpPr>
        <p:spPr>
          <a:xfrm>
            <a:off x="530352" y="507492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857" name="Text 855"/>
          <p:cNvSpPr/>
          <p:nvPr/>
        </p:nvSpPr>
        <p:spPr>
          <a:xfrm>
            <a:off x="530352" y="5532120"/>
            <a:ext cx="9418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home security relies on static credentials â€” keys, PINs, and passwords â€” that are easily lost, shared, or duplicated. These systems operate in isolation with no real-time awareness of environmental threats.</a:t>
            </a:r>
            <a:endParaRPr lang="en-US" sz="1150" dirty="0"/>
          </a:p>
        </p:txBody>
      </p:sp>
      <p:sp>
        <p:nvSpPr>
          <p:cNvPr id="858" name="Text 856"/>
          <p:cNvSpPr/>
          <p:nvPr/>
        </p:nvSpPr>
        <p:spPr>
          <a:xfrm>
            <a:off x="530352" y="6675120"/>
            <a:ext cx="9418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biometric identification â€” anyone with a key can enter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fire or environmental hazard detection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remote visibility â€” homeowners are uninformed during critical events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climate control wastes energy with no intelligent feedback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disconnected devices instead of one unified system</a:t>
            </a:r>
            <a:endParaRPr lang="en-US" sz="1100" dirty="0"/>
          </a:p>
        </p:txBody>
      </p:sp>
      <p:sp>
        <p:nvSpPr>
          <p:cNvPr id="859" name="Shape 857"/>
          <p:cNvSpPr/>
          <p:nvPr/>
        </p:nvSpPr>
        <p:spPr>
          <a:xfrm>
            <a:off x="484632" y="9418320"/>
            <a:ext cx="9509760" cy="1691640"/>
          </a:xfrm>
          <a:prstGeom prst="roundRect">
            <a:avLst>
              <a:gd name="adj" fmla="val 5405"/>
            </a:avLst>
          </a:prstGeom>
          <a:solidFill>
            <a:srgbClr val="1A0A10"/>
          </a:solidFill>
          <a:ln w="12700">
            <a:solidFill>
              <a:srgbClr val="FF5C72"/>
            </a:solidFill>
            <a:prstDash val="solid"/>
          </a:ln>
        </p:spPr>
      </p:sp>
      <p:sp>
        <p:nvSpPr>
          <p:cNvPr id="860" name="Text 858"/>
          <p:cNvSpPr/>
          <p:nvPr/>
        </p:nvSpPr>
        <p:spPr>
          <a:xfrm>
            <a:off x="667512" y="95371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900" dirty="0"/>
          </a:p>
        </p:txBody>
      </p:sp>
      <p:sp>
        <p:nvSpPr>
          <p:cNvPr id="861" name="Text 859"/>
          <p:cNvSpPr/>
          <p:nvPr/>
        </p:nvSpPr>
        <p:spPr>
          <a:xfrm>
            <a:off x="667512" y="98298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can we build a unified, low-cost embedded system integrating biometric access, environmental sensing, and remote monitoring in a reliable standalone architecture?"</a:t>
            </a:r>
            <a:endParaRPr lang="en-US" sz="1100" dirty="0"/>
          </a:p>
        </p:txBody>
      </p:sp>
      <p:sp>
        <p:nvSpPr>
          <p:cNvPr id="862" name="Shape 860"/>
          <p:cNvSpPr/>
          <p:nvPr/>
        </p:nvSpPr>
        <p:spPr>
          <a:xfrm>
            <a:off x="484632" y="11274552"/>
            <a:ext cx="9509760" cy="219456"/>
          </a:xfrm>
          <a:prstGeom prst="roundRect">
            <a:avLst>
              <a:gd name="adj" fmla="val 20833"/>
            </a:avLst>
          </a:prstGeom>
          <a:solidFill>
            <a:srgbClr val="1C1828"/>
          </a:solidFill>
          <a:ln w="12700">
            <a:solidFill>
              <a:srgbClr val="2A2040"/>
            </a:solidFill>
            <a:prstDash val="solid"/>
          </a:ln>
        </p:spPr>
      </p:sp>
      <p:sp>
        <p:nvSpPr>
          <p:cNvPr id="863" name="Shape 861"/>
          <p:cNvSpPr/>
          <p:nvPr/>
        </p:nvSpPr>
        <p:spPr>
          <a:xfrm>
            <a:off x="10515600" y="4160520"/>
            <a:ext cx="10616184" cy="7498080"/>
          </a:xfrm>
          <a:prstGeom prst="roundRect">
            <a:avLst>
              <a:gd name="adj" fmla="val 1463"/>
            </a:avLst>
          </a:prstGeom>
          <a:solidFill>
            <a:srgbClr val="101D35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64" name="Shape 862"/>
          <p:cNvSpPr/>
          <p:nvPr/>
        </p:nvSpPr>
        <p:spPr>
          <a:xfrm>
            <a:off x="10680192" y="4288536"/>
            <a:ext cx="10287000" cy="73152"/>
          </a:xfrm>
          <a:prstGeom prst="round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65" name="Shape 863"/>
          <p:cNvSpPr/>
          <p:nvPr/>
        </p:nvSpPr>
        <p:spPr>
          <a:xfrm>
            <a:off x="10680192" y="4453128"/>
            <a:ext cx="5838901" cy="411480"/>
          </a:xfrm>
          <a:prstGeom prst="roundRect">
            <a:avLst>
              <a:gd name="adj" fmla="val 17778"/>
            </a:avLst>
          </a:prstGeom>
          <a:solidFill>
            <a:srgbClr val="0C1526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66" name="Text 864"/>
          <p:cNvSpPr/>
          <p:nvPr/>
        </p:nvSpPr>
        <p:spPr>
          <a:xfrm>
            <a:off x="10680192" y="4453128"/>
            <a:ext cx="583890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2F8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1000" dirty="0"/>
          </a:p>
        </p:txBody>
      </p:sp>
      <p:sp>
        <p:nvSpPr>
          <p:cNvPr id="867" name="Text 865"/>
          <p:cNvSpPr/>
          <p:nvPr/>
        </p:nvSpPr>
        <p:spPr>
          <a:xfrm>
            <a:off x="10789920" y="5074920"/>
            <a:ext cx="10067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 Approach</a:t>
            </a:r>
            <a:endParaRPr lang="en-US" sz="1500" dirty="0"/>
          </a:p>
        </p:txBody>
      </p:sp>
      <p:sp>
        <p:nvSpPr>
          <p:cNvPr id="868" name="Text 866"/>
          <p:cNvSpPr/>
          <p:nvPr/>
        </p:nvSpPr>
        <p:spPr>
          <a:xfrm>
            <a:off x="10789920" y="5532120"/>
            <a:ext cx="10067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dual-microcontroller architecture was selected to separate computer vision from control logic, ensuring reliable operation even when network connectivity is unavailable.</a:t>
            </a:r>
            <a:endParaRPr lang="en-US" sz="1150" dirty="0"/>
          </a:p>
        </p:txBody>
      </p:sp>
      <p:sp>
        <p:nvSpPr>
          <p:cNvPr id="869" name="Shape 867"/>
          <p:cNvSpPr/>
          <p:nvPr/>
        </p:nvSpPr>
        <p:spPr>
          <a:xfrm>
            <a:off x="10771632" y="6492240"/>
            <a:ext cx="384048" cy="38404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70" name="Text 868"/>
          <p:cNvSpPr/>
          <p:nvPr/>
        </p:nvSpPr>
        <p:spPr>
          <a:xfrm>
            <a:off x="10771632" y="6492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71" name="Text 869"/>
          <p:cNvSpPr/>
          <p:nvPr/>
        </p:nvSpPr>
        <p:spPr>
          <a:xfrm>
            <a:off x="11265408" y="6492240"/>
            <a:ext cx="9564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Analysis</a:t>
            </a:r>
            <a:endParaRPr lang="en-US" sz="1150" dirty="0"/>
          </a:p>
        </p:txBody>
      </p:sp>
      <p:sp>
        <p:nvSpPr>
          <p:cNvPr id="872" name="Text 870"/>
          <p:cNvSpPr/>
          <p:nvPr/>
        </p:nvSpPr>
        <p:spPr>
          <a:xfrm>
            <a:off x="11265408" y="6766560"/>
            <a:ext cx="95646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8 functional requirements: face access, motion-triggered capture, gas detection, fire alert, climate control, lighting, remote monitoring, reliable power.</a:t>
            </a:r>
            <a:endParaRPr lang="en-US" sz="1050" dirty="0"/>
          </a:p>
        </p:txBody>
      </p:sp>
      <p:sp>
        <p:nvSpPr>
          <p:cNvPr id="873" name="Shape 871"/>
          <p:cNvSpPr/>
          <p:nvPr/>
        </p:nvSpPr>
        <p:spPr>
          <a:xfrm>
            <a:off x="10771632" y="7525512"/>
            <a:ext cx="384048" cy="38404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74" name="Text 872"/>
          <p:cNvSpPr/>
          <p:nvPr/>
        </p:nvSpPr>
        <p:spPr>
          <a:xfrm>
            <a:off x="10771632" y="7525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75" name="Text 873"/>
          <p:cNvSpPr/>
          <p:nvPr/>
        </p:nvSpPr>
        <p:spPr>
          <a:xfrm>
            <a:off x="11265408" y="7525512"/>
            <a:ext cx="9564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Selection</a:t>
            </a:r>
            <a:endParaRPr lang="en-US" sz="1150" dirty="0"/>
          </a:p>
        </p:txBody>
      </p:sp>
      <p:sp>
        <p:nvSpPr>
          <p:cNvPr id="876" name="Text 874"/>
          <p:cNvSpPr/>
          <p:nvPr/>
        </p:nvSpPr>
        <p:spPr>
          <a:xfrm>
            <a:off x="11265408" y="7799832"/>
            <a:ext cx="95646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main controller + ESP32-CAM for on-device face rec. PIR wired directly to ESP32-CAM GPIO for wake-on-motion. MQ-2 gas sensor added.</a:t>
            </a:r>
            <a:endParaRPr lang="en-US" sz="1050" dirty="0"/>
          </a:p>
        </p:txBody>
      </p:sp>
      <p:sp>
        <p:nvSpPr>
          <p:cNvPr id="877" name="Shape 875"/>
          <p:cNvSpPr/>
          <p:nvPr/>
        </p:nvSpPr>
        <p:spPr>
          <a:xfrm>
            <a:off x="10771632" y="8558784"/>
            <a:ext cx="384048" cy="38404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78" name="Text 876"/>
          <p:cNvSpPr/>
          <p:nvPr/>
        </p:nvSpPr>
        <p:spPr>
          <a:xfrm>
            <a:off x="10771632" y="8558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879" name="Text 877"/>
          <p:cNvSpPr/>
          <p:nvPr/>
        </p:nvSpPr>
        <p:spPr>
          <a:xfrm>
            <a:off x="11265408" y="8558784"/>
            <a:ext cx="9564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</a:t>
            </a:r>
            <a:endParaRPr lang="en-US" sz="1150" dirty="0"/>
          </a:p>
        </p:txBody>
      </p:sp>
      <p:sp>
        <p:nvSpPr>
          <p:cNvPr id="880" name="Text 878"/>
          <p:cNvSpPr/>
          <p:nvPr/>
        </p:nvSpPr>
        <p:spPr>
          <a:xfrm>
            <a:off x="11265408" y="8833104"/>
            <a:ext cx="95646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ESP-NOW chosen for board-to-board comms â€” no WiFi dependency, low latency, reliable at exhibition.</a:t>
            </a:r>
            <a:endParaRPr lang="en-US" sz="1050" dirty="0"/>
          </a:p>
        </p:txBody>
      </p:sp>
      <p:sp>
        <p:nvSpPr>
          <p:cNvPr id="881" name="Shape 879"/>
          <p:cNvSpPr/>
          <p:nvPr/>
        </p:nvSpPr>
        <p:spPr>
          <a:xfrm>
            <a:off x="10771632" y="9592056"/>
            <a:ext cx="384048" cy="38404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82" name="Text 880"/>
          <p:cNvSpPr/>
          <p:nvPr/>
        </p:nvSpPr>
        <p:spPr>
          <a:xfrm>
            <a:off x="10771632" y="95920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883" name="Text 881"/>
          <p:cNvSpPr/>
          <p:nvPr/>
        </p:nvSpPr>
        <p:spPr>
          <a:xfrm>
            <a:off x="11265408" y="9592056"/>
            <a:ext cx="9564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Design</a:t>
            </a:r>
            <a:endParaRPr lang="en-US" sz="1150" dirty="0"/>
          </a:p>
        </p:txBody>
      </p:sp>
      <p:sp>
        <p:nvSpPr>
          <p:cNvPr id="884" name="Text 882"/>
          <p:cNvSpPr/>
          <p:nvPr/>
        </p:nvSpPr>
        <p:spPr>
          <a:xfrm>
            <a:off x="11265408" y="9866376"/>
            <a:ext cx="95646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2N2222 transistor driver for DC fan, 1N4007 flyback diode, 4.7kΩ DHT22 pull-up, 330Ω LED resistors.</a:t>
            </a:r>
            <a:endParaRPr lang="en-US" sz="1050" dirty="0"/>
          </a:p>
        </p:txBody>
      </p:sp>
      <p:sp>
        <p:nvSpPr>
          <p:cNvPr id="885" name="Shape 883"/>
          <p:cNvSpPr/>
          <p:nvPr/>
        </p:nvSpPr>
        <p:spPr>
          <a:xfrm>
            <a:off x="10771632" y="10625328"/>
            <a:ext cx="384048" cy="38404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86" name="Text 884"/>
          <p:cNvSpPr/>
          <p:nvPr/>
        </p:nvSpPr>
        <p:spPr>
          <a:xfrm>
            <a:off x="10771632" y="10625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887" name="Text 885"/>
          <p:cNvSpPr/>
          <p:nvPr/>
        </p:nvSpPr>
        <p:spPr>
          <a:xfrm>
            <a:off x="11265408" y="10625328"/>
            <a:ext cx="9564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Integration</a:t>
            </a:r>
            <a:endParaRPr lang="en-US" sz="1150" dirty="0"/>
          </a:p>
        </p:txBody>
      </p:sp>
      <p:sp>
        <p:nvSpPr>
          <p:cNvPr id="888" name="Text 886"/>
          <p:cNvSpPr/>
          <p:nvPr/>
        </p:nvSpPr>
        <p:spPr>
          <a:xfrm>
            <a:off x="11265408" y="10899648"/>
            <a:ext cx="95646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Blynk IoT dashboard (V0–V8) for remote control. Face rec runs entirely on-device — no cloud API.</a:t>
            </a:r>
            <a:endParaRPr lang="en-US" sz="1050" dirty="0"/>
          </a:p>
        </p:txBody>
      </p:sp>
      <p:sp>
        <p:nvSpPr>
          <p:cNvPr id="889" name="Shape 887"/>
          <p:cNvSpPr/>
          <p:nvPr/>
        </p:nvSpPr>
        <p:spPr>
          <a:xfrm>
            <a:off x="10744200" y="11274552"/>
            <a:ext cx="10158984" cy="219456"/>
          </a:xfrm>
          <a:prstGeom prst="roundRect">
            <a:avLst>
              <a:gd name="adj" fmla="val 20833"/>
            </a:avLst>
          </a:prstGeom>
          <a:solidFill>
            <a:srgbClr val="101C30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90" name="Shape 888"/>
          <p:cNvSpPr/>
          <p:nvPr/>
        </p:nvSpPr>
        <p:spPr>
          <a:xfrm>
            <a:off x="256032" y="11978640"/>
            <a:ext cx="6675120" cy="8412480"/>
          </a:xfrm>
          <a:prstGeom prst="roundRect">
            <a:avLst>
              <a:gd name="adj" fmla="val 1644"/>
            </a:avLst>
          </a:prstGeom>
          <a:solidFill>
            <a:srgbClr val="101D35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91" name="Shape 889"/>
          <p:cNvSpPr/>
          <p:nvPr/>
        </p:nvSpPr>
        <p:spPr>
          <a:xfrm>
            <a:off x="420624" y="12106656"/>
            <a:ext cx="6345936" cy="73152"/>
          </a:xfrm>
          <a:prstGeom prst="roundRect">
            <a:avLst/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892" name="Shape 890"/>
          <p:cNvSpPr/>
          <p:nvPr/>
        </p:nvSpPr>
        <p:spPr>
          <a:xfrm>
            <a:off x="420624" y="12271248"/>
            <a:ext cx="3671316" cy="411480"/>
          </a:xfrm>
          <a:prstGeom prst="roundRect">
            <a:avLst>
              <a:gd name="adj" fmla="val 17778"/>
            </a:avLst>
          </a:prstGeom>
          <a:solidFill>
            <a:srgbClr val="0C1526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893" name="Text 891"/>
          <p:cNvSpPr/>
          <p:nvPr/>
        </p:nvSpPr>
        <p:spPr>
          <a:xfrm>
            <a:off x="420624" y="12271248"/>
            <a:ext cx="36713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894" name="Text 892"/>
          <p:cNvSpPr/>
          <p:nvPr/>
        </p:nvSpPr>
        <p:spPr>
          <a:xfrm>
            <a:off x="530352" y="1289304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Discovered</a:t>
            </a:r>
            <a:endParaRPr lang="en-US" sz="1400" dirty="0"/>
          </a:p>
        </p:txBody>
      </p:sp>
      <p:sp>
        <p:nvSpPr>
          <p:cNvPr id="895" name="Shape 893"/>
          <p:cNvSpPr/>
          <p:nvPr/>
        </p:nvSpPr>
        <p:spPr>
          <a:xfrm>
            <a:off x="484632" y="13441680"/>
            <a:ext cx="6217920" cy="1097280"/>
          </a:xfrm>
          <a:prstGeom prst="roundRect">
            <a:avLst>
              <a:gd name="adj" fmla="val 6667"/>
            </a:avLst>
          </a:prstGeom>
          <a:solidFill>
            <a:srgbClr val="0C1526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896" name="Shape 894"/>
          <p:cNvSpPr/>
          <p:nvPr/>
        </p:nvSpPr>
        <p:spPr>
          <a:xfrm>
            <a:off x="603504" y="13789152"/>
            <a:ext cx="292608" cy="292608"/>
          </a:xfrm>
          <a:prstGeom prst="ellipse">
            <a:avLst/>
          </a:prstGeom>
          <a:solidFill>
            <a:srgbClr val="22D69A"/>
          </a:solidFill>
          <a:ln w="12700">
            <a:solidFill>
              <a:srgbClr val="22D69A"/>
            </a:solidFill>
            <a:prstDash val="solid"/>
          </a:ln>
        </p:spPr>
      </p:sp>
      <p:sp>
        <p:nvSpPr>
          <p:cNvPr id="897" name="Text 895"/>
          <p:cNvSpPr/>
          <p:nvPr/>
        </p:nvSpPr>
        <p:spPr>
          <a:xfrm>
            <a:off x="603504" y="137891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âœ“</a:t>
            </a:r>
            <a:endParaRPr lang="en-US" sz="900" dirty="0"/>
          </a:p>
        </p:txBody>
      </p:sp>
      <p:sp>
        <p:nvSpPr>
          <p:cNvPr id="898" name="Text 896"/>
          <p:cNvSpPr/>
          <p:nvPr/>
        </p:nvSpPr>
        <p:spPr>
          <a:xfrm>
            <a:off x="1005840" y="13533120"/>
            <a:ext cx="5623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Face Recognition</a:t>
            </a:r>
            <a:endParaRPr lang="en-US" sz="1100" dirty="0"/>
          </a:p>
        </p:txBody>
      </p:sp>
      <p:sp>
        <p:nvSpPr>
          <p:cNvPr id="899" name="Text 897"/>
          <p:cNvSpPr/>
          <p:nvPr/>
        </p:nvSpPr>
        <p:spPr>
          <a:xfrm>
            <a:off x="1005840" y="13862304"/>
            <a:ext cx="5623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 processes biometric data locally â€” no cloud API latency, no privacy risk, works offline.</a:t>
            </a:r>
            <a:endParaRPr lang="en-US" sz="1000" dirty="0"/>
          </a:p>
        </p:txBody>
      </p:sp>
      <p:sp>
        <p:nvSpPr>
          <p:cNvPr id="900" name="Shape 898"/>
          <p:cNvSpPr/>
          <p:nvPr/>
        </p:nvSpPr>
        <p:spPr>
          <a:xfrm>
            <a:off x="484632" y="14648688"/>
            <a:ext cx="6217920" cy="1097280"/>
          </a:xfrm>
          <a:prstGeom prst="roundRect">
            <a:avLst>
              <a:gd name="adj" fmla="val 6667"/>
            </a:avLst>
          </a:prstGeom>
          <a:solidFill>
            <a:srgbClr val="0C1526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901" name="Shape 899"/>
          <p:cNvSpPr/>
          <p:nvPr/>
        </p:nvSpPr>
        <p:spPr>
          <a:xfrm>
            <a:off x="603504" y="14996160"/>
            <a:ext cx="292608" cy="292608"/>
          </a:xfrm>
          <a:prstGeom prst="ellipse">
            <a:avLst/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902" name="Text 900"/>
          <p:cNvSpPr/>
          <p:nvPr/>
        </p:nvSpPr>
        <p:spPr>
          <a:xfrm>
            <a:off x="603504" y="149961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âœ“</a:t>
            </a:r>
            <a:endParaRPr lang="en-US" sz="900" dirty="0"/>
          </a:p>
        </p:txBody>
      </p:sp>
      <p:sp>
        <p:nvSpPr>
          <p:cNvPr id="903" name="Text 901"/>
          <p:cNvSpPr/>
          <p:nvPr/>
        </p:nvSpPr>
        <p:spPr>
          <a:xfrm>
            <a:off x="1005840" y="14740128"/>
            <a:ext cx="5623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ESP-NOW Reliability</a:t>
            </a:r>
            <a:endParaRPr lang="en-US" sz="1100" dirty="0"/>
          </a:p>
        </p:txBody>
      </p:sp>
      <p:sp>
        <p:nvSpPr>
          <p:cNvPr id="904" name="Text 902"/>
          <p:cNvSpPr/>
          <p:nvPr/>
        </p:nvSpPr>
        <p:spPr>
          <a:xfrm>
            <a:off x="1005840" y="15069312"/>
            <a:ext cx="5623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board-to-board comms proven stable â€” no WiFi dependency, works reliably at exhibition venues.</a:t>
            </a:r>
            <a:endParaRPr lang="en-US" sz="1000" dirty="0"/>
          </a:p>
        </p:txBody>
      </p:sp>
      <p:sp>
        <p:nvSpPr>
          <p:cNvPr id="905" name="Shape 903"/>
          <p:cNvSpPr/>
          <p:nvPr/>
        </p:nvSpPr>
        <p:spPr>
          <a:xfrm>
            <a:off x="484632" y="15855696"/>
            <a:ext cx="6217920" cy="1097280"/>
          </a:xfrm>
          <a:prstGeom prst="roundRect">
            <a:avLst>
              <a:gd name="adj" fmla="val 6667"/>
            </a:avLst>
          </a:prstGeom>
          <a:solidFill>
            <a:srgbClr val="0C1526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906" name="Shape 904"/>
          <p:cNvSpPr/>
          <p:nvPr/>
        </p:nvSpPr>
        <p:spPr>
          <a:xfrm>
            <a:off x="603504" y="16203168"/>
            <a:ext cx="292608" cy="292608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907" name="Text 905"/>
          <p:cNvSpPr/>
          <p:nvPr/>
        </p:nvSpPr>
        <p:spPr>
          <a:xfrm>
            <a:off x="603504" y="162031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âœ“</a:t>
            </a:r>
            <a:endParaRPr lang="en-US" sz="900" dirty="0"/>
          </a:p>
        </p:txBody>
      </p:sp>
      <p:sp>
        <p:nvSpPr>
          <p:cNvPr id="908" name="Text 906"/>
          <p:cNvSpPr/>
          <p:nvPr/>
        </p:nvSpPr>
        <p:spPr>
          <a:xfrm>
            <a:off x="1005840" y="15947136"/>
            <a:ext cx="5623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5V Supply Works</a:t>
            </a:r>
            <a:endParaRPr lang="en-US" sz="1100" dirty="0"/>
          </a:p>
        </p:txBody>
      </p:sp>
      <p:sp>
        <p:nvSpPr>
          <p:cNvPr id="909" name="Text 907"/>
          <p:cNvSpPr/>
          <p:nvPr/>
        </p:nvSpPr>
        <p:spPr>
          <a:xfrm>
            <a:off x="1005840" y="16276320"/>
            <a:ext cx="5623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powered from one DC adapter with shared ground â€” clean, stable, exhibition-ready.</a:t>
            </a:r>
            <a:endParaRPr lang="en-US" sz="1000" dirty="0"/>
          </a:p>
        </p:txBody>
      </p:sp>
      <p:sp>
        <p:nvSpPr>
          <p:cNvPr id="910" name="Shape 908"/>
          <p:cNvSpPr/>
          <p:nvPr/>
        </p:nvSpPr>
        <p:spPr>
          <a:xfrm>
            <a:off x="484632" y="17062704"/>
            <a:ext cx="6217920" cy="1097280"/>
          </a:xfrm>
          <a:prstGeom prst="roundRect">
            <a:avLst>
              <a:gd name="adj" fmla="val 6667"/>
            </a:avLst>
          </a:prstGeom>
          <a:solidFill>
            <a:srgbClr val="0C1526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911" name="Shape 909"/>
          <p:cNvSpPr/>
          <p:nvPr/>
        </p:nvSpPr>
        <p:spPr>
          <a:xfrm>
            <a:off x="603504" y="17410176"/>
            <a:ext cx="292608" cy="29260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912" name="Text 910"/>
          <p:cNvSpPr/>
          <p:nvPr/>
        </p:nvSpPr>
        <p:spPr>
          <a:xfrm>
            <a:off x="603504" y="174101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âœ“</a:t>
            </a:r>
            <a:endParaRPr lang="en-US" sz="900" dirty="0"/>
          </a:p>
        </p:txBody>
      </p:sp>
      <p:sp>
        <p:nvSpPr>
          <p:cNvPr id="913" name="Text 911"/>
          <p:cNvSpPr/>
          <p:nvPr/>
        </p:nvSpPr>
        <p:spPr>
          <a:xfrm>
            <a:off x="1005840" y="17154144"/>
            <a:ext cx="5623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Blynk Dashboard Complete</a:t>
            </a:r>
            <a:endParaRPr lang="en-US" sz="1100" dirty="0"/>
          </a:p>
        </p:txBody>
      </p:sp>
      <p:sp>
        <p:nvSpPr>
          <p:cNvPr id="914" name="Text 912"/>
          <p:cNvSpPr/>
          <p:nvPr/>
        </p:nvSpPr>
        <p:spPr>
          <a:xfrm>
            <a:off x="1005840" y="17483328"/>
            <a:ext cx="5623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virtual pins cover full control: LEDs, lock, buzzer, gas, temp, humidity, face alert, PIR status.</a:t>
            </a:r>
            <a:endParaRPr lang="en-US" sz="1000" dirty="0"/>
          </a:p>
        </p:txBody>
      </p:sp>
      <p:sp>
        <p:nvSpPr>
          <p:cNvPr id="915" name="Shape 913"/>
          <p:cNvSpPr/>
          <p:nvPr/>
        </p:nvSpPr>
        <p:spPr>
          <a:xfrm>
            <a:off x="484632" y="18269712"/>
            <a:ext cx="6217920" cy="1097280"/>
          </a:xfrm>
          <a:prstGeom prst="roundRect">
            <a:avLst>
              <a:gd name="adj" fmla="val 6667"/>
            </a:avLst>
          </a:prstGeom>
          <a:solidFill>
            <a:srgbClr val="0C1526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916" name="Shape 914"/>
          <p:cNvSpPr/>
          <p:nvPr/>
        </p:nvSpPr>
        <p:spPr>
          <a:xfrm>
            <a:off x="603504" y="18617184"/>
            <a:ext cx="292608" cy="292608"/>
          </a:xfrm>
          <a:prstGeom prst="ellipse">
            <a:avLst/>
          </a:prstGeom>
          <a:solidFill>
            <a:srgbClr val="22D69A"/>
          </a:solidFill>
          <a:ln w="12700">
            <a:solidFill>
              <a:srgbClr val="22D69A"/>
            </a:solidFill>
            <a:prstDash val="solid"/>
          </a:ln>
        </p:spPr>
      </p:sp>
      <p:sp>
        <p:nvSpPr>
          <p:cNvPr id="917" name="Text 915"/>
          <p:cNvSpPr/>
          <p:nvPr/>
        </p:nvSpPr>
        <p:spPr>
          <a:xfrm>
            <a:off x="603504" y="186171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âœ“</a:t>
            </a:r>
            <a:endParaRPr lang="en-US" sz="900" dirty="0"/>
          </a:p>
        </p:txBody>
      </p:sp>
      <p:sp>
        <p:nvSpPr>
          <p:cNvPr id="918" name="Text 916"/>
          <p:cNvSpPr/>
          <p:nvPr/>
        </p:nvSpPr>
        <p:spPr>
          <a:xfrm>
            <a:off x="1005840" y="18361152"/>
            <a:ext cx="5623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Climate Control</a:t>
            </a:r>
            <a:endParaRPr lang="en-US" sz="1100" dirty="0"/>
          </a:p>
        </p:txBody>
      </p:sp>
      <p:sp>
        <p:nvSpPr>
          <p:cNvPr id="919" name="Text 917"/>
          <p:cNvSpPr/>
          <p:nvPr/>
        </p:nvSpPr>
        <p:spPr>
          <a:xfrm>
            <a:off x="1005840" y="18690336"/>
            <a:ext cx="5623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threshold logic (&gt;30°C) activates fan driver circuit â€” tested stable across 2-hour runtime.</a:t>
            </a:r>
            <a:endParaRPr lang="en-US" sz="1000" dirty="0"/>
          </a:p>
        </p:txBody>
      </p:sp>
      <p:sp>
        <p:nvSpPr>
          <p:cNvPr id="920" name="Shape 918"/>
          <p:cNvSpPr/>
          <p:nvPr/>
        </p:nvSpPr>
        <p:spPr>
          <a:xfrm>
            <a:off x="484632" y="19476720"/>
            <a:ext cx="6217920" cy="1097280"/>
          </a:xfrm>
          <a:prstGeom prst="roundRect">
            <a:avLst>
              <a:gd name="adj" fmla="val 6667"/>
            </a:avLst>
          </a:prstGeom>
          <a:solidFill>
            <a:srgbClr val="0C1526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921" name="Shape 919"/>
          <p:cNvSpPr/>
          <p:nvPr/>
        </p:nvSpPr>
        <p:spPr>
          <a:xfrm>
            <a:off x="603504" y="19824192"/>
            <a:ext cx="292608" cy="292608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922" name="Text 920"/>
          <p:cNvSpPr/>
          <p:nvPr/>
        </p:nvSpPr>
        <p:spPr>
          <a:xfrm>
            <a:off x="603504" y="198241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âœ“</a:t>
            </a:r>
            <a:endParaRPr lang="en-US" sz="900" dirty="0"/>
          </a:p>
        </p:txBody>
      </p:sp>
      <p:sp>
        <p:nvSpPr>
          <p:cNvPr id="923" name="Text 921"/>
          <p:cNvSpPr/>
          <p:nvPr/>
        </p:nvSpPr>
        <p:spPr>
          <a:xfrm>
            <a:off x="1005840" y="19568160"/>
            <a:ext cx="5623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Multi-Hazard Detection</a:t>
            </a:r>
            <a:endParaRPr lang="en-US" sz="1100" dirty="0"/>
          </a:p>
        </p:txBody>
      </p:sp>
      <p:sp>
        <p:nvSpPr>
          <p:cNvPr id="924" name="Text 922"/>
          <p:cNvSpPr/>
          <p:nvPr/>
        </p:nvSpPr>
        <p:spPr>
          <a:xfrm>
            <a:off x="1005840" y="19897344"/>
            <a:ext cx="5623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 sensor + MQ-2 gas sensor provide fire, smoke, and LPG leak alerts with buzzer + Blynk notification.</a:t>
            </a:r>
            <a:endParaRPr lang="en-US" sz="1000" dirty="0"/>
          </a:p>
        </p:txBody>
      </p:sp>
      <p:sp>
        <p:nvSpPr>
          <p:cNvPr id="925" name="Shape 923"/>
          <p:cNvSpPr/>
          <p:nvPr/>
        </p:nvSpPr>
        <p:spPr>
          <a:xfrm>
            <a:off x="7223760" y="11978640"/>
            <a:ext cx="6967728" cy="8412480"/>
          </a:xfrm>
          <a:prstGeom prst="roundRect">
            <a:avLst>
              <a:gd name="adj" fmla="val 1575"/>
            </a:avLst>
          </a:prstGeom>
          <a:solidFill>
            <a:srgbClr val="101D35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926" name="Shape 924"/>
          <p:cNvSpPr/>
          <p:nvPr/>
        </p:nvSpPr>
        <p:spPr>
          <a:xfrm>
            <a:off x="7388352" y="12106656"/>
            <a:ext cx="6638544" cy="73152"/>
          </a:xfrm>
          <a:prstGeom prst="round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927" name="Shape 925"/>
          <p:cNvSpPr/>
          <p:nvPr/>
        </p:nvSpPr>
        <p:spPr>
          <a:xfrm>
            <a:off x="7388352" y="12271248"/>
            <a:ext cx="3832250" cy="411480"/>
          </a:xfrm>
          <a:prstGeom prst="roundRect">
            <a:avLst>
              <a:gd name="adj" fmla="val 17778"/>
            </a:avLst>
          </a:prstGeom>
          <a:solidFill>
            <a:srgbClr val="0C1526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928" name="Text 926"/>
          <p:cNvSpPr/>
          <p:nvPr/>
        </p:nvSpPr>
        <p:spPr>
          <a:xfrm>
            <a:off x="7388352" y="12271248"/>
            <a:ext cx="383225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/ Prototype</a:t>
            </a:r>
            <a:endParaRPr lang="en-US" sz="1000" dirty="0"/>
          </a:p>
        </p:txBody>
      </p:sp>
      <p:sp>
        <p:nvSpPr>
          <p:cNvPr id="929" name="Text 927"/>
          <p:cNvSpPr/>
          <p:nvPr/>
        </p:nvSpPr>
        <p:spPr>
          <a:xfrm>
            <a:off x="7498080" y="12893040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Operation</a:t>
            </a:r>
            <a:endParaRPr lang="en-US" sz="1400" dirty="0"/>
          </a:p>
        </p:txBody>
      </p:sp>
      <p:sp>
        <p:nvSpPr>
          <p:cNvPr id="930" name="Shape 928"/>
          <p:cNvSpPr/>
          <p:nvPr/>
        </p:nvSpPr>
        <p:spPr>
          <a:xfrm>
            <a:off x="7360920" y="1339596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0C1526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931" name="Text 929"/>
          <p:cNvSpPr/>
          <p:nvPr/>
        </p:nvSpPr>
        <p:spPr>
          <a:xfrm>
            <a:off x="7360920" y="13469112"/>
            <a:ext cx="164592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Sensor</a:t>
            </a:r>
            <a:endParaRPr lang="en-US" sz="1000" dirty="0"/>
          </a:p>
        </p:txBody>
      </p:sp>
      <p:sp>
        <p:nvSpPr>
          <p:cNvPr id="932" name="Text 930"/>
          <p:cNvSpPr/>
          <p:nvPr/>
        </p:nvSpPr>
        <p:spPr>
          <a:xfrm>
            <a:off x="7360920" y="1380744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Detected</a:t>
            </a:r>
            <a:endParaRPr lang="en-US" sz="750" dirty="0"/>
          </a:p>
        </p:txBody>
      </p:sp>
      <p:sp>
        <p:nvSpPr>
          <p:cNvPr id="933" name="Shape 931"/>
          <p:cNvSpPr/>
          <p:nvPr/>
        </p:nvSpPr>
        <p:spPr>
          <a:xfrm>
            <a:off x="9006840" y="13807440"/>
            <a:ext cx="365760" cy="0"/>
          </a:xfrm>
          <a:prstGeom prst="line">
            <a:avLst/>
          </a:prstGeom>
          <a:noFill/>
          <a:ln w="12700">
            <a:solidFill>
              <a:srgbClr val="1C3058"/>
            </a:solidFill>
            <a:prstDash val="solid"/>
          </a:ln>
        </p:spPr>
      </p:sp>
      <p:sp>
        <p:nvSpPr>
          <p:cNvPr id="934" name="Shape 932"/>
          <p:cNvSpPr/>
          <p:nvPr/>
        </p:nvSpPr>
        <p:spPr>
          <a:xfrm>
            <a:off x="9262872" y="13752576"/>
            <a:ext cx="109728" cy="54864"/>
          </a:xfrm>
          <a:prstGeom prst="line">
            <a:avLst/>
          </a:prstGeom>
          <a:noFill/>
          <a:ln w="12700">
            <a:solidFill>
              <a:srgbClr val="1C3058"/>
            </a:solidFill>
            <a:prstDash val="solid"/>
          </a:ln>
        </p:spPr>
      </p:sp>
      <p:sp>
        <p:nvSpPr>
          <p:cNvPr id="935" name="Shape 933"/>
          <p:cNvSpPr/>
          <p:nvPr/>
        </p:nvSpPr>
        <p:spPr>
          <a:xfrm>
            <a:off x="9262872" y="13862304"/>
            <a:ext cx="109728" cy="54864"/>
          </a:xfrm>
          <a:prstGeom prst="line">
            <a:avLst/>
          </a:prstGeom>
          <a:noFill/>
          <a:ln w="12700">
            <a:solidFill>
              <a:srgbClr val="1C3058"/>
            </a:solidFill>
            <a:prstDash val="solid"/>
          </a:ln>
        </p:spPr>
      </p:sp>
      <p:sp>
        <p:nvSpPr>
          <p:cNvPr id="936" name="Shape 934"/>
          <p:cNvSpPr/>
          <p:nvPr/>
        </p:nvSpPr>
        <p:spPr>
          <a:xfrm>
            <a:off x="9372600" y="1339596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0C1526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937" name="Text 935"/>
          <p:cNvSpPr/>
          <p:nvPr/>
        </p:nvSpPr>
        <p:spPr>
          <a:xfrm>
            <a:off x="9372600" y="13469112"/>
            <a:ext cx="164592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</a:t>
            </a:r>
            <a:endParaRPr lang="en-US" sz="1000" dirty="0"/>
          </a:p>
        </p:txBody>
      </p:sp>
      <p:sp>
        <p:nvSpPr>
          <p:cNvPr id="938" name="Text 936"/>
          <p:cNvSpPr/>
          <p:nvPr/>
        </p:nvSpPr>
        <p:spPr>
          <a:xfrm>
            <a:off x="9372600" y="1380744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Triggered</a:t>
            </a:r>
            <a:endParaRPr lang="en-US" sz="750" dirty="0"/>
          </a:p>
        </p:txBody>
      </p:sp>
      <p:sp>
        <p:nvSpPr>
          <p:cNvPr id="939" name="Shape 937"/>
          <p:cNvSpPr/>
          <p:nvPr/>
        </p:nvSpPr>
        <p:spPr>
          <a:xfrm>
            <a:off x="11384280" y="13807440"/>
            <a:ext cx="365760" cy="0"/>
          </a:xfrm>
          <a:prstGeom prst="line">
            <a:avLst/>
          </a:prstGeom>
          <a:noFill/>
          <a:ln w="12700">
            <a:solidFill>
              <a:srgbClr val="1C3058"/>
            </a:solidFill>
            <a:prstDash val="solid"/>
          </a:ln>
        </p:spPr>
      </p:sp>
      <p:sp>
        <p:nvSpPr>
          <p:cNvPr id="940" name="Shape 938"/>
          <p:cNvSpPr/>
          <p:nvPr/>
        </p:nvSpPr>
        <p:spPr>
          <a:xfrm>
            <a:off x="11640312" y="13752576"/>
            <a:ext cx="109728" cy="54864"/>
          </a:xfrm>
          <a:prstGeom prst="line">
            <a:avLst/>
          </a:prstGeom>
          <a:noFill/>
          <a:ln w="12700">
            <a:solidFill>
              <a:srgbClr val="1C3058"/>
            </a:solidFill>
            <a:prstDash val="solid"/>
          </a:ln>
        </p:spPr>
      </p:sp>
      <p:sp>
        <p:nvSpPr>
          <p:cNvPr id="941" name="Shape 939"/>
          <p:cNvSpPr/>
          <p:nvPr/>
        </p:nvSpPr>
        <p:spPr>
          <a:xfrm>
            <a:off x="11640312" y="13862304"/>
            <a:ext cx="109728" cy="54864"/>
          </a:xfrm>
          <a:prstGeom prst="line">
            <a:avLst/>
          </a:prstGeom>
          <a:noFill/>
          <a:ln w="12700">
            <a:solidFill>
              <a:srgbClr val="1C3058"/>
            </a:solidFill>
            <a:prstDash val="solid"/>
          </a:ln>
        </p:spPr>
      </p:sp>
      <p:sp>
        <p:nvSpPr>
          <p:cNvPr id="942" name="Shape 940"/>
          <p:cNvSpPr/>
          <p:nvPr/>
        </p:nvSpPr>
        <p:spPr>
          <a:xfrm>
            <a:off x="11750040" y="1339596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0C1526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943" name="Text 941"/>
          <p:cNvSpPr/>
          <p:nvPr/>
        </p:nvSpPr>
        <p:spPr>
          <a:xfrm>
            <a:off x="11750040" y="13469112"/>
            <a:ext cx="192024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000" dirty="0"/>
          </a:p>
        </p:txBody>
      </p:sp>
      <p:sp>
        <p:nvSpPr>
          <p:cNvPr id="944" name="Text 942"/>
          <p:cNvSpPr/>
          <p:nvPr/>
        </p:nvSpPr>
        <p:spPr>
          <a:xfrm>
            <a:off x="11750040" y="138074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Processing</a:t>
            </a:r>
            <a:endParaRPr lang="en-US" sz="750" dirty="0"/>
          </a:p>
        </p:txBody>
      </p:sp>
      <p:sp>
        <p:nvSpPr>
          <p:cNvPr id="945" name="Shape 943"/>
          <p:cNvSpPr/>
          <p:nvPr/>
        </p:nvSpPr>
        <p:spPr>
          <a:xfrm>
            <a:off x="9006840" y="1476756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1A1030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946" name="Text 944"/>
          <p:cNvSpPr/>
          <p:nvPr/>
        </p:nvSpPr>
        <p:spPr>
          <a:xfrm>
            <a:off x="9006840" y="14813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Person?</a:t>
            </a:r>
            <a:endParaRPr lang="en-US" sz="1300" dirty="0"/>
          </a:p>
        </p:txBody>
      </p:sp>
      <p:sp>
        <p:nvSpPr>
          <p:cNvPr id="947" name="Shape 945"/>
          <p:cNvSpPr/>
          <p:nvPr/>
        </p:nvSpPr>
        <p:spPr>
          <a:xfrm>
            <a:off x="12710160" y="14218920"/>
            <a:ext cx="-1645920" cy="548640"/>
          </a:xfrm>
          <a:prstGeom prst="line">
            <a:avLst/>
          </a:prstGeom>
          <a:noFill/>
          <a:ln w="12700">
            <a:solidFill>
              <a:srgbClr val="1C3058"/>
            </a:solidFill>
            <a:prstDash val="solid"/>
          </a:ln>
        </p:spPr>
      </p:sp>
      <p:sp>
        <p:nvSpPr>
          <p:cNvPr id="948" name="Shape 946"/>
          <p:cNvSpPr/>
          <p:nvPr/>
        </p:nvSpPr>
        <p:spPr>
          <a:xfrm>
            <a:off x="7543800" y="16093440"/>
            <a:ext cx="5760720" cy="1097280"/>
          </a:xfrm>
          <a:prstGeom prst="roundRect">
            <a:avLst>
              <a:gd name="adj" fmla="val 6667"/>
            </a:avLst>
          </a:prstGeom>
          <a:solidFill>
            <a:srgbClr val="0A2018"/>
          </a:solidFill>
          <a:ln w="12700">
            <a:solidFill>
              <a:srgbClr val="22D69A"/>
            </a:solidFill>
            <a:prstDash val="solid"/>
          </a:ln>
        </p:spPr>
      </p:sp>
      <p:sp>
        <p:nvSpPr>
          <p:cNvPr id="949" name="Text 947"/>
          <p:cNvSpPr/>
          <p:nvPr/>
        </p:nvSpPr>
        <p:spPr>
          <a:xfrm>
            <a:off x="7726680" y="1613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2D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PERSON</a:t>
            </a:r>
            <a:endParaRPr lang="en-US" sz="800" dirty="0"/>
          </a:p>
        </p:txBody>
      </p:sp>
      <p:sp>
        <p:nvSpPr>
          <p:cNvPr id="950" name="Text 948"/>
          <p:cNvSpPr/>
          <p:nvPr/>
        </p:nvSpPr>
        <p:spPr>
          <a:xfrm>
            <a:off x="7726680" y="1644091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ESP-NOW</a:t>
            </a:r>
            <a:endParaRPr lang="en-US" sz="900" dirty="0"/>
          </a:p>
        </p:txBody>
      </p:sp>
      <p:sp>
        <p:nvSpPr>
          <p:cNvPr id="951" name="Text 949"/>
          <p:cNvSpPr/>
          <p:nvPr/>
        </p:nvSpPr>
        <p:spPr>
          <a:xfrm>
            <a:off x="9189720" y="1644091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93BE"/>
                </a:solidFill>
              </a:rPr>
              <a:t>â†’</a:t>
            </a:r>
            <a:endParaRPr lang="en-US" sz="1400" dirty="0"/>
          </a:p>
        </p:txBody>
      </p:sp>
      <p:sp>
        <p:nvSpPr>
          <p:cNvPr id="952" name="Text 950"/>
          <p:cNvSpPr/>
          <p:nvPr/>
        </p:nvSpPr>
        <p:spPr>
          <a:xfrm>
            <a:off x="9555480" y="1644091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900" dirty="0"/>
          </a:p>
        </p:txBody>
      </p:sp>
      <p:sp>
        <p:nvSpPr>
          <p:cNvPr id="953" name="Text 951"/>
          <p:cNvSpPr/>
          <p:nvPr/>
        </p:nvSpPr>
        <p:spPr>
          <a:xfrm>
            <a:off x="11018520" y="1644091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93BE"/>
                </a:solidFill>
              </a:rPr>
              <a:t>â†’</a:t>
            </a:r>
            <a:endParaRPr lang="en-US" sz="1400" dirty="0"/>
          </a:p>
        </p:txBody>
      </p:sp>
      <p:sp>
        <p:nvSpPr>
          <p:cNvPr id="954" name="Text 952"/>
          <p:cNvSpPr/>
          <p:nvPr/>
        </p:nvSpPr>
        <p:spPr>
          <a:xfrm>
            <a:off x="11384280" y="1644091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Opens Door</a:t>
            </a:r>
            <a:endParaRPr lang="en-US" sz="900" dirty="0"/>
          </a:p>
        </p:txBody>
      </p:sp>
      <p:sp>
        <p:nvSpPr>
          <p:cNvPr id="955" name="Text 953"/>
          <p:cNvSpPr/>
          <p:nvPr/>
        </p:nvSpPr>
        <p:spPr>
          <a:xfrm>
            <a:off x="7726680" y="168066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LEDs ON</a:t>
            </a:r>
            <a:endParaRPr lang="en-US" sz="800" dirty="0"/>
          </a:p>
        </p:txBody>
      </p:sp>
      <p:sp>
        <p:nvSpPr>
          <p:cNvPr id="956" name="Shape 954"/>
          <p:cNvSpPr/>
          <p:nvPr/>
        </p:nvSpPr>
        <p:spPr>
          <a:xfrm>
            <a:off x="13670280" y="1609344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201010"/>
          </a:solidFill>
          <a:ln w="12700">
            <a:solidFill>
              <a:srgbClr val="FF5C72"/>
            </a:solidFill>
            <a:prstDash val="solid"/>
          </a:ln>
        </p:spPr>
      </p:sp>
      <p:sp>
        <p:nvSpPr>
          <p:cNvPr id="957" name="Text 955"/>
          <p:cNvSpPr/>
          <p:nvPr/>
        </p:nvSpPr>
        <p:spPr>
          <a:xfrm>
            <a:off x="13853160" y="16139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PERSON</a:t>
            </a:r>
            <a:endParaRPr lang="en-US" sz="800" dirty="0"/>
          </a:p>
        </p:txBody>
      </p:sp>
      <p:sp>
        <p:nvSpPr>
          <p:cNvPr id="958" name="Text 956"/>
          <p:cNvSpPr/>
          <p:nvPr/>
        </p:nvSpPr>
        <p:spPr>
          <a:xfrm>
            <a:off x="13853160" y="1644091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Photo</a:t>
            </a:r>
            <a:endParaRPr lang="en-US" sz="900" dirty="0"/>
          </a:p>
        </p:txBody>
      </p:sp>
      <p:sp>
        <p:nvSpPr>
          <p:cNvPr id="959" name="Text 957"/>
          <p:cNvSpPr/>
          <p:nvPr/>
        </p:nvSpPr>
        <p:spPr>
          <a:xfrm>
            <a:off x="15316200" y="1644091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93BE"/>
                </a:solidFill>
              </a:rPr>
              <a:t>â†’</a:t>
            </a:r>
            <a:endParaRPr lang="en-US" sz="1400" dirty="0"/>
          </a:p>
        </p:txBody>
      </p:sp>
      <p:sp>
        <p:nvSpPr>
          <p:cNvPr id="960" name="Text 958"/>
          <p:cNvSpPr/>
          <p:nvPr/>
        </p:nvSpPr>
        <p:spPr>
          <a:xfrm>
            <a:off x="15590520" y="1627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</a:t>
            </a:r>
            <a:endParaRPr lang="en-US" sz="800" dirty="0"/>
          </a:p>
        </p:txBody>
      </p:sp>
      <p:sp>
        <p:nvSpPr>
          <p:cNvPr id="961" name="Text 959"/>
          <p:cNvSpPr/>
          <p:nvPr/>
        </p:nvSpPr>
        <p:spPr>
          <a:xfrm>
            <a:off x="15590520" y="16504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Blynk</a:t>
            </a:r>
            <a:endParaRPr lang="en-US" sz="1000" dirty="0"/>
          </a:p>
        </p:txBody>
      </p:sp>
      <p:sp>
        <p:nvSpPr>
          <p:cNvPr id="962" name="Text 960"/>
          <p:cNvSpPr/>
          <p:nvPr/>
        </p:nvSpPr>
        <p:spPr>
          <a:xfrm>
            <a:off x="13853160" y="16806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â†’ Phone Notification</a:t>
            </a:r>
            <a:endParaRPr lang="en-US" sz="800" dirty="0"/>
          </a:p>
        </p:txBody>
      </p:sp>
      <p:sp>
        <p:nvSpPr>
          <p:cNvPr id="963" name="Shape 961"/>
          <p:cNvSpPr/>
          <p:nvPr/>
        </p:nvSpPr>
        <p:spPr>
          <a:xfrm>
            <a:off x="11064240" y="15819120"/>
            <a:ext cx="-1828800" cy="594360"/>
          </a:xfrm>
          <a:prstGeom prst="line">
            <a:avLst/>
          </a:prstGeom>
          <a:noFill/>
          <a:ln w="12700">
            <a:solidFill>
              <a:srgbClr val="22D69A"/>
            </a:solidFill>
            <a:prstDash val="solid"/>
          </a:ln>
        </p:spPr>
      </p:sp>
      <p:sp>
        <p:nvSpPr>
          <p:cNvPr id="964" name="Text 962"/>
          <p:cNvSpPr/>
          <p:nvPr/>
        </p:nvSpPr>
        <p:spPr>
          <a:xfrm>
            <a:off x="9555480" y="15590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965" name="Shape 963"/>
          <p:cNvSpPr/>
          <p:nvPr/>
        </p:nvSpPr>
        <p:spPr>
          <a:xfrm>
            <a:off x="13121640" y="15288768"/>
            <a:ext cx="548640" cy="0"/>
          </a:xfrm>
          <a:prstGeom prst="line">
            <a:avLst/>
          </a:prstGeom>
          <a:noFill/>
          <a:ln w="12700">
            <a:solidFill>
              <a:srgbClr val="FF5C72"/>
            </a:solidFill>
            <a:prstDash val="solid"/>
          </a:ln>
        </p:spPr>
      </p:sp>
      <p:sp>
        <p:nvSpPr>
          <p:cNvPr id="966" name="Text 964"/>
          <p:cNvSpPr/>
          <p:nvPr/>
        </p:nvSpPr>
        <p:spPr>
          <a:xfrm>
            <a:off x="13213080" y="151973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967" name="Shape 965"/>
          <p:cNvSpPr/>
          <p:nvPr/>
        </p:nvSpPr>
        <p:spPr>
          <a:xfrm>
            <a:off x="7452360" y="19431000"/>
            <a:ext cx="6583680" cy="658368"/>
          </a:xfrm>
          <a:prstGeom prst="roundRect">
            <a:avLst>
              <a:gd name="adj" fmla="val 11111"/>
            </a:avLst>
          </a:prstGeom>
          <a:solidFill>
            <a:srgbClr val="0C1526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968" name="Text 966"/>
          <p:cNvSpPr/>
          <p:nvPr/>
        </p:nvSpPr>
        <p:spPr>
          <a:xfrm>
            <a:off x="7571232" y="19458432"/>
            <a:ext cx="6355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12 Servo Â· GPIO 14 Flame Â· GPIO 15 Fan Â· GPIO 27 Gas</a:t>
            </a:r>
            <a:endParaRPr lang="en-US" sz="950" dirty="0"/>
          </a:p>
        </p:txBody>
      </p:sp>
      <p:sp>
        <p:nvSpPr>
          <p:cNvPr id="969" name="Text 967"/>
          <p:cNvSpPr/>
          <p:nvPr/>
        </p:nvSpPr>
        <p:spPr>
          <a:xfrm>
            <a:off x="7571232" y="19751040"/>
            <a:ext cx="6355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25 DHT22 Â· GPIO 26,33 LEDs Â· GPIO 4 Outside LED Â· GPIO 32 Buzzer</a:t>
            </a:r>
            <a:endParaRPr lang="en-US" sz="950" dirty="0"/>
          </a:p>
        </p:txBody>
      </p:sp>
      <p:sp>
        <p:nvSpPr>
          <p:cNvPr id="970" name="Shape 968"/>
          <p:cNvSpPr/>
          <p:nvPr/>
        </p:nvSpPr>
        <p:spPr>
          <a:xfrm>
            <a:off x="14191488" y="11978640"/>
            <a:ext cx="6675120" cy="8412480"/>
          </a:xfrm>
          <a:prstGeom prst="roundRect">
            <a:avLst>
              <a:gd name="adj" fmla="val 1644"/>
            </a:avLst>
          </a:prstGeom>
          <a:solidFill>
            <a:srgbClr val="101D35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971" name="Shape 969"/>
          <p:cNvSpPr/>
          <p:nvPr/>
        </p:nvSpPr>
        <p:spPr>
          <a:xfrm>
            <a:off x="14356080" y="12106656"/>
            <a:ext cx="6345936" cy="73152"/>
          </a:xfrm>
          <a:prstGeom prst="roundRect">
            <a:avLst/>
          </a:prstGeom>
          <a:solidFill>
            <a:srgbClr val="22D69A"/>
          </a:solidFill>
          <a:ln w="12700">
            <a:solidFill>
              <a:srgbClr val="22D69A"/>
            </a:solidFill>
            <a:prstDash val="solid"/>
          </a:ln>
        </p:spPr>
      </p:sp>
      <p:sp>
        <p:nvSpPr>
          <p:cNvPr id="972" name="Shape 970"/>
          <p:cNvSpPr/>
          <p:nvPr/>
        </p:nvSpPr>
        <p:spPr>
          <a:xfrm>
            <a:off x="14356080" y="12271248"/>
            <a:ext cx="3671316" cy="411480"/>
          </a:xfrm>
          <a:prstGeom prst="roundRect">
            <a:avLst>
              <a:gd name="adj" fmla="val 17778"/>
            </a:avLst>
          </a:prstGeom>
          <a:solidFill>
            <a:srgbClr val="0C1526"/>
          </a:solidFill>
          <a:ln w="12700">
            <a:solidFill>
              <a:srgbClr val="22D69A"/>
            </a:solidFill>
            <a:prstDash val="solid"/>
          </a:ln>
        </p:spPr>
      </p:sp>
      <p:sp>
        <p:nvSpPr>
          <p:cNvPr id="973" name="Text 971"/>
          <p:cNvSpPr/>
          <p:nvPr/>
        </p:nvSpPr>
        <p:spPr>
          <a:xfrm>
            <a:off x="14356080" y="12271248"/>
            <a:ext cx="36713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22D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/ Application</a:t>
            </a:r>
            <a:endParaRPr lang="en-US" sz="1000" dirty="0"/>
          </a:p>
        </p:txBody>
      </p:sp>
      <p:sp>
        <p:nvSpPr>
          <p:cNvPr id="974" name="Text 972"/>
          <p:cNvSpPr/>
          <p:nvPr/>
        </p:nvSpPr>
        <p:spPr>
          <a:xfrm>
            <a:off x="14465808" y="1289304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 &amp; Future Scope</a:t>
            </a:r>
            <a:endParaRPr lang="en-US" sz="1400" dirty="0"/>
          </a:p>
        </p:txBody>
      </p:sp>
      <p:sp>
        <p:nvSpPr>
          <p:cNvPr id="975" name="Shape 973"/>
          <p:cNvSpPr/>
          <p:nvPr/>
        </p:nvSpPr>
        <p:spPr>
          <a:xfrm>
            <a:off x="14447520" y="1339596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0C1526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976" name="Text 974"/>
          <p:cNvSpPr/>
          <p:nvPr/>
        </p:nvSpPr>
        <p:spPr>
          <a:xfrm>
            <a:off x="14447520" y="1345996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77" name="Text 975"/>
          <p:cNvSpPr/>
          <p:nvPr/>
        </p:nvSpPr>
        <p:spPr>
          <a:xfrm>
            <a:off x="14447520" y="138074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MCUs</a:t>
            </a:r>
            <a:endParaRPr lang="en-US" sz="800" dirty="0"/>
          </a:p>
        </p:txBody>
      </p:sp>
      <p:sp>
        <p:nvSpPr>
          <p:cNvPr id="978" name="Shape 976"/>
          <p:cNvSpPr/>
          <p:nvPr/>
        </p:nvSpPr>
        <p:spPr>
          <a:xfrm>
            <a:off x="15974568" y="1339596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0C1526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979" name="Text 977"/>
          <p:cNvSpPr/>
          <p:nvPr/>
        </p:nvSpPr>
        <p:spPr>
          <a:xfrm>
            <a:off x="15974568" y="1345996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980" name="Text 978"/>
          <p:cNvSpPr/>
          <p:nvPr/>
        </p:nvSpPr>
        <p:spPr>
          <a:xfrm>
            <a:off x="15974568" y="138074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Actuators</a:t>
            </a:r>
            <a:endParaRPr lang="en-US" sz="800" dirty="0"/>
          </a:p>
        </p:txBody>
      </p:sp>
      <p:sp>
        <p:nvSpPr>
          <p:cNvPr id="981" name="Shape 979"/>
          <p:cNvSpPr/>
          <p:nvPr/>
        </p:nvSpPr>
        <p:spPr>
          <a:xfrm>
            <a:off x="17501616" y="1339596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0C1526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982" name="Text 980"/>
          <p:cNvSpPr/>
          <p:nvPr/>
        </p:nvSpPr>
        <p:spPr>
          <a:xfrm>
            <a:off x="17501616" y="1345996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5V</a:t>
            </a:r>
            <a:endParaRPr lang="en-US" sz="2000" dirty="0"/>
          </a:p>
        </p:txBody>
      </p:sp>
      <p:sp>
        <p:nvSpPr>
          <p:cNvPr id="983" name="Text 981"/>
          <p:cNvSpPr/>
          <p:nvPr/>
        </p:nvSpPr>
        <p:spPr>
          <a:xfrm>
            <a:off x="17501616" y="138074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</a:t>
            </a:r>
            <a:endParaRPr lang="en-US" sz="800" dirty="0"/>
          </a:p>
        </p:txBody>
      </p:sp>
      <p:sp>
        <p:nvSpPr>
          <p:cNvPr id="984" name="Shape 982"/>
          <p:cNvSpPr/>
          <p:nvPr/>
        </p:nvSpPr>
        <p:spPr>
          <a:xfrm>
            <a:off x="19028664" y="1339596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0C1526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985" name="Text 983"/>
          <p:cNvSpPr/>
          <p:nvPr/>
        </p:nvSpPr>
        <p:spPr>
          <a:xfrm>
            <a:off x="19028664" y="1345996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UART</a:t>
            </a:r>
            <a:endParaRPr lang="en-US" sz="2000" dirty="0"/>
          </a:p>
        </p:txBody>
      </p:sp>
      <p:sp>
        <p:nvSpPr>
          <p:cNvPr id="986" name="Text 984"/>
          <p:cNvSpPr/>
          <p:nvPr/>
        </p:nvSpPr>
        <p:spPr>
          <a:xfrm>
            <a:off x="19028664" y="138074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Comms</a:t>
            </a:r>
            <a:endParaRPr lang="en-US" sz="800" dirty="0"/>
          </a:p>
        </p:txBody>
      </p:sp>
      <p:sp>
        <p:nvSpPr>
          <p:cNvPr id="987" name="Text 985"/>
          <p:cNvSpPr/>
          <p:nvPr/>
        </p:nvSpPr>
        <p:spPr>
          <a:xfrm>
            <a:off x="14465808" y="14356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</a:t>
            </a:r>
            <a:endParaRPr lang="en-US" sz="1100" dirty="0"/>
          </a:p>
        </p:txBody>
      </p:sp>
      <p:sp>
        <p:nvSpPr>
          <p:cNvPr id="988" name="Shape 986"/>
          <p:cNvSpPr/>
          <p:nvPr/>
        </p:nvSpPr>
        <p:spPr>
          <a:xfrm>
            <a:off x="14465808" y="14859000"/>
            <a:ext cx="164592" cy="164592"/>
          </a:xfrm>
          <a:prstGeom prst="ellipse">
            <a:avLst/>
          </a:prstGeom>
          <a:solidFill>
            <a:srgbClr val="22D69A"/>
          </a:solidFill>
          <a:ln w="12700">
            <a:solidFill>
              <a:srgbClr val="22D69A"/>
            </a:solidFill>
            <a:prstDash val="solid"/>
          </a:ln>
        </p:spPr>
      </p:sp>
      <p:sp>
        <p:nvSpPr>
          <p:cNvPr id="989" name="Text 987"/>
          <p:cNvSpPr/>
          <p:nvPr/>
        </p:nvSpPr>
        <p:spPr>
          <a:xfrm>
            <a:off x="14758416" y="14767560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Keyless personalized door access via on-device face recognition</a:t>
            </a:r>
            <a:endParaRPr lang="en-US" sz="1050" dirty="0"/>
          </a:p>
        </p:txBody>
      </p:sp>
      <p:sp>
        <p:nvSpPr>
          <p:cNvPr id="990" name="Shape 988"/>
          <p:cNvSpPr/>
          <p:nvPr/>
        </p:nvSpPr>
        <p:spPr>
          <a:xfrm>
            <a:off x="14465808" y="15316200"/>
            <a:ext cx="164592" cy="164592"/>
          </a:xfrm>
          <a:prstGeom prst="ellipse">
            <a:avLst/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991" name="Text 989"/>
          <p:cNvSpPr/>
          <p:nvPr/>
        </p:nvSpPr>
        <p:spPr>
          <a:xfrm>
            <a:off x="14758416" y="15224760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auto-lighting improves energy efficiency and perimeter security</a:t>
            </a:r>
            <a:endParaRPr lang="en-US" sz="1050" dirty="0"/>
          </a:p>
        </p:txBody>
      </p:sp>
      <p:sp>
        <p:nvSpPr>
          <p:cNvPr id="992" name="Shape 990"/>
          <p:cNvSpPr/>
          <p:nvPr/>
        </p:nvSpPr>
        <p:spPr>
          <a:xfrm>
            <a:off x="14465808" y="15773400"/>
            <a:ext cx="164592" cy="164592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993" name="Text 991"/>
          <p:cNvSpPr/>
          <p:nvPr/>
        </p:nvSpPr>
        <p:spPr>
          <a:xfrm>
            <a:off x="14758416" y="15681960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Temperature-controlled fan maintains indoor comfort automatically</a:t>
            </a:r>
            <a:endParaRPr lang="en-US" sz="1050" dirty="0"/>
          </a:p>
        </p:txBody>
      </p:sp>
      <p:sp>
        <p:nvSpPr>
          <p:cNvPr id="994" name="Shape 992"/>
          <p:cNvSpPr/>
          <p:nvPr/>
        </p:nvSpPr>
        <p:spPr>
          <a:xfrm>
            <a:off x="14465808" y="16230600"/>
            <a:ext cx="164592" cy="164592"/>
          </a:xfrm>
          <a:prstGeom prst="ellipse">
            <a:avLst/>
          </a:prstGeom>
          <a:solidFill>
            <a:srgbClr val="FF5C72"/>
          </a:solidFill>
          <a:ln w="12700">
            <a:solidFill>
              <a:srgbClr val="FF5C72"/>
            </a:solidFill>
            <a:prstDash val="solid"/>
          </a:ln>
        </p:spPr>
      </p:sp>
      <p:sp>
        <p:nvSpPr>
          <p:cNvPr id="995" name="Text 993"/>
          <p:cNvSpPr/>
          <p:nvPr/>
        </p:nvSpPr>
        <p:spPr>
          <a:xfrm>
            <a:off x="14758416" y="16139160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 sensor provides early fire detection with audible alarm</a:t>
            </a:r>
            <a:endParaRPr lang="en-US" sz="1050" dirty="0"/>
          </a:p>
        </p:txBody>
      </p:sp>
      <p:sp>
        <p:nvSpPr>
          <p:cNvPr id="996" name="Shape 994"/>
          <p:cNvSpPr/>
          <p:nvPr/>
        </p:nvSpPr>
        <p:spPr>
          <a:xfrm>
            <a:off x="14465808" y="16687800"/>
            <a:ext cx="164592" cy="16459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997" name="Text 995"/>
          <p:cNvSpPr/>
          <p:nvPr/>
        </p:nvSpPr>
        <p:spPr>
          <a:xfrm>
            <a:off x="14758416" y="16596360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remote monitoring &amp; control via Blynk smartphone dashboard</a:t>
            </a:r>
            <a:endParaRPr lang="en-US" sz="1050" dirty="0"/>
          </a:p>
        </p:txBody>
      </p:sp>
      <p:sp>
        <p:nvSpPr>
          <p:cNvPr id="998" name="Shape 996"/>
          <p:cNvSpPr/>
          <p:nvPr/>
        </p:nvSpPr>
        <p:spPr>
          <a:xfrm>
            <a:off x="14465808" y="17145000"/>
            <a:ext cx="164592" cy="164592"/>
          </a:xfrm>
          <a:prstGeom prst="ellipse">
            <a:avLst/>
          </a:prstGeom>
          <a:solidFill>
            <a:srgbClr val="22D69A"/>
          </a:solidFill>
          <a:ln w="12700">
            <a:solidFill>
              <a:srgbClr val="22D69A"/>
            </a:solidFill>
            <a:prstDash val="solid"/>
          </a:ln>
        </p:spPr>
      </p:sp>
      <p:sp>
        <p:nvSpPr>
          <p:cNvPr id="999" name="Text 997"/>
          <p:cNvSpPr/>
          <p:nvPr/>
        </p:nvSpPr>
        <p:spPr>
          <a:xfrm>
            <a:off x="14758416" y="17053560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dual-board architecture operates without internet</a:t>
            </a:r>
            <a:endParaRPr lang="en-US" sz="1050" dirty="0"/>
          </a:p>
        </p:txBody>
      </p:sp>
      <p:sp>
        <p:nvSpPr>
          <p:cNvPr id="1000" name="Shape 998"/>
          <p:cNvSpPr/>
          <p:nvPr/>
        </p:nvSpPr>
        <p:spPr>
          <a:xfrm>
            <a:off x="14420088" y="17629632"/>
            <a:ext cx="6217920" cy="0"/>
          </a:xfrm>
          <a:prstGeom prst="line">
            <a:avLst/>
          </a:prstGeom>
          <a:noFill/>
          <a:ln w="12700">
            <a:solidFill>
              <a:srgbClr val="1C3058"/>
            </a:solidFill>
            <a:prstDash val="solid"/>
          </a:ln>
        </p:spPr>
      </p:sp>
      <p:sp>
        <p:nvSpPr>
          <p:cNvPr id="1001" name="Text 999"/>
          <p:cNvSpPr/>
          <p:nvPr/>
        </p:nvSpPr>
        <p:spPr>
          <a:xfrm>
            <a:off x="14465808" y="1773936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1002" name="Text 1000"/>
          <p:cNvSpPr/>
          <p:nvPr/>
        </p:nvSpPr>
        <p:spPr>
          <a:xfrm>
            <a:off x="14465808" y="18150840"/>
            <a:ext cx="61722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Reed switch for physical door-state confirmation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Multi-face enrollment via SD card database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/ CO sensor for multi-hazard detection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firmware updates over WiFi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Blynk with local MQTT broker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â€” spare GPIOs ready for expansion</a:t>
            </a:r>
            <a:endParaRPr lang="en-US" sz="1050" dirty="0"/>
          </a:p>
        </p:txBody>
      </p:sp>
      <p:sp>
        <p:nvSpPr>
          <p:cNvPr id="1003" name="Shape 1001"/>
          <p:cNvSpPr/>
          <p:nvPr/>
        </p:nvSpPr>
        <p:spPr>
          <a:xfrm>
            <a:off x="256032" y="20619720"/>
            <a:ext cx="20875752" cy="475488"/>
          </a:xfrm>
          <a:prstGeom prst="roundRect">
            <a:avLst>
              <a:gd name="adj" fmla="val 15385"/>
            </a:avLst>
          </a:prstGeom>
          <a:solidFill>
            <a:srgbClr val="0C1526"/>
          </a:solidFill>
          <a:ln w="12700">
            <a:solidFill>
              <a:srgbClr val="1C3058"/>
            </a:solidFill>
            <a:prstDash val="solid"/>
          </a:ln>
        </p:spPr>
      </p:sp>
      <p:sp>
        <p:nvSpPr>
          <p:cNvPr id="1004" name="Text 1002"/>
          <p:cNvSpPr/>
          <p:nvPr/>
        </p:nvSpPr>
        <p:spPr>
          <a:xfrm>
            <a:off x="457200" y="20619720"/>
            <a:ext cx="1280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 Security &amp; Automation System  Â·  CIE Program  Â·  Zewail City of Science and Technology</a:t>
            </a:r>
            <a:endParaRPr lang="en-US" sz="900" dirty="0"/>
          </a:p>
        </p:txBody>
      </p:sp>
      <p:sp>
        <p:nvSpPr>
          <p:cNvPr id="1005" name="Text 1003"/>
          <p:cNvSpPr/>
          <p:nvPr/>
        </p:nvSpPr>
        <p:spPr>
          <a:xfrm>
            <a:off x="13258800" y="2061972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Systems Exhibition  Â·  June 29,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2026-06-11T17:32:58Z</dcterms:created>
  <dcterms:modified xsi:type="dcterms:W3CDTF">2026-06-11T17:32:58Z</dcterms:modified>
</cp:coreProperties>
</file>